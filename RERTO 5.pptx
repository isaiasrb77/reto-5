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A94A76-1CA6-1FF8-5B55-9428B1B3369D}" v="1041" dt="2026-04-09T01:15:20.997"/>
    <p1510:client id="{8227D2A7-EDEA-9213-9ABD-9070A8220057}" v="11" dt="2026-04-08T22:20:06.144"/>
    <p1510:client id="{EEBC76FF-878F-D47B-84D1-2E1866F1E316}" v="604" dt="2026-04-08T22:14:20.981"/>
    <p1510:client id="{F43E2AB3-628F-084B-C041-BA33D4320C7C}" v="339" dt="2026-04-09T01:38:50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ias Recio Burgos" userId="e3f9e677e02f991b" providerId="Windows Live" clId="Web-{8227D2A7-EDEA-9213-9ABD-9070A8220057}"/>
    <pc:docChg chg="modSld">
      <pc:chgData name="Isaias Recio Burgos" userId="e3f9e677e02f991b" providerId="Windows Live" clId="Web-{8227D2A7-EDEA-9213-9ABD-9070A8220057}" dt="2026-04-08T22:20:06.144" v="10"/>
      <pc:docMkLst>
        <pc:docMk/>
      </pc:docMkLst>
      <pc:sldChg chg="delSp modSp">
        <pc:chgData name="Isaias Recio Burgos" userId="e3f9e677e02f991b" providerId="Windows Live" clId="Web-{8227D2A7-EDEA-9213-9ABD-9070A8220057}" dt="2026-04-08T22:20:06.144" v="10"/>
        <pc:sldMkLst>
          <pc:docMk/>
          <pc:sldMk cId="2406273178" sldId="256"/>
        </pc:sldMkLst>
        <pc:spChg chg="del mod">
          <ac:chgData name="Isaias Recio Burgos" userId="e3f9e677e02f991b" providerId="Windows Live" clId="Web-{8227D2A7-EDEA-9213-9ABD-9070A8220057}" dt="2026-04-08T22:20:06.144" v="10"/>
          <ac:spMkLst>
            <pc:docMk/>
            <pc:sldMk cId="2406273178" sldId="256"/>
            <ac:spMk id="2" creationId="{00000000-0000-0000-0000-000000000000}"/>
          </ac:spMkLst>
        </pc:spChg>
        <pc:spChg chg="del mod">
          <ac:chgData name="Isaias Recio Burgos" userId="e3f9e677e02f991b" providerId="Windows Live" clId="Web-{8227D2A7-EDEA-9213-9ABD-9070A8220057}" dt="2026-04-08T22:19:31.003" v="6"/>
          <ac:spMkLst>
            <pc:docMk/>
            <pc:sldMk cId="2406273178" sldId="256"/>
            <ac:spMk id="3" creationId="{00000000-0000-0000-0000-000000000000}"/>
          </ac:spMkLst>
        </pc:spChg>
      </pc:sldChg>
    </pc:docChg>
  </pc:docChgLst>
  <pc:docChgLst>
    <pc:chgData name="Isaias Recio Burgos" userId="e3f9e677e02f991b" providerId="Windows Live" clId="Web-{7CA94A76-1CA6-1FF8-5B55-9428B1B3369D}"/>
    <pc:docChg chg="addSld delSld modSld">
      <pc:chgData name="Isaias Recio Burgos" userId="e3f9e677e02f991b" providerId="Windows Live" clId="Web-{7CA94A76-1CA6-1FF8-5B55-9428B1B3369D}" dt="2026-04-09T01:15:20.997" v="1047" actId="20577"/>
      <pc:docMkLst>
        <pc:docMk/>
      </pc:docMkLst>
      <pc:sldChg chg="modSp">
        <pc:chgData name="Isaias Recio Burgos" userId="e3f9e677e02f991b" providerId="Windows Live" clId="Web-{7CA94A76-1CA6-1FF8-5B55-9428B1B3369D}" dt="2026-04-09T01:09:09.899" v="1006" actId="20577"/>
        <pc:sldMkLst>
          <pc:docMk/>
          <pc:sldMk cId="2406273178" sldId="256"/>
        </pc:sldMkLst>
        <pc:spChg chg="mod">
          <ac:chgData name="Isaias Recio Burgos" userId="e3f9e677e02f991b" providerId="Windows Live" clId="Web-{7CA94A76-1CA6-1FF8-5B55-9428B1B3369D}" dt="2026-04-09T01:09:09.899" v="1006" actId="20577"/>
          <ac:spMkLst>
            <pc:docMk/>
            <pc:sldMk cId="2406273178" sldId="256"/>
            <ac:spMk id="5" creationId="{5A686645-1057-F870-9150-08651ED0EE5A}"/>
          </ac:spMkLst>
        </pc:spChg>
      </pc:sldChg>
      <pc:sldChg chg="addSp delSp modSp">
        <pc:chgData name="Isaias Recio Burgos" userId="e3f9e677e02f991b" providerId="Windows Live" clId="Web-{7CA94A76-1CA6-1FF8-5B55-9428B1B3369D}" dt="2026-04-09T01:14:29.106" v="1011"/>
        <pc:sldMkLst>
          <pc:docMk/>
          <pc:sldMk cId="791720744" sldId="257"/>
        </pc:sldMkLst>
        <pc:spChg chg="mod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2" creationId="{58490248-6BA9-2C85-5FA4-3F51CC0B8987}"/>
          </ac:spMkLst>
        </pc:spChg>
        <pc:spChg chg="mod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3" creationId="{2DCA22FA-E198-2640-E12E-2F320943F41C}"/>
          </ac:spMkLst>
        </pc:spChg>
        <pc:spChg chg="del">
          <ac:chgData name="Isaias Recio Burgos" userId="e3f9e677e02f991b" providerId="Windows Live" clId="Web-{7CA94A76-1CA6-1FF8-5B55-9428B1B3369D}" dt="2026-04-08T23:19:35.134" v="73"/>
          <ac:spMkLst>
            <pc:docMk/>
            <pc:sldMk cId="791720744" sldId="257"/>
            <ac:spMk id="9" creationId="{665DBBEF-238B-476B-96AB-8AAC3224ECEA}"/>
          </ac:spMkLst>
        </pc:spChg>
        <pc:spChg chg="del">
          <ac:chgData name="Isaias Recio Burgos" userId="e3f9e677e02f991b" providerId="Windows Live" clId="Web-{7CA94A76-1CA6-1FF8-5B55-9428B1B3369D}" dt="2026-04-08T23:19:35.134" v="73"/>
          <ac:spMkLst>
            <pc:docMk/>
            <pc:sldMk cId="791720744" sldId="257"/>
            <ac:spMk id="11" creationId="{3FCFB1DE-0B7E-48CC-BA90-B2AB0889F9D6}"/>
          </ac:spMkLst>
        </pc:spChg>
        <pc:spChg chg="add del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23" creationId="{A8384FB5-9ADC-4DDC-881B-597D56F5B15D}"/>
          </ac:spMkLst>
        </pc:spChg>
        <pc:spChg chg="add del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25" creationId="{91E5A9A7-95C6-4F4F-B00E-C82E07FE62EF}"/>
          </ac:spMkLst>
        </pc:spChg>
        <pc:spChg chg="add del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27" creationId="{D07DD2DE-F619-49DD-B5E7-03A290FF4ED1}"/>
          </ac:spMkLst>
        </pc:spChg>
        <pc:spChg chg="add del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29" creationId="{85149191-5F60-4A28-AAFF-039F96B0F3EC}"/>
          </ac:spMkLst>
        </pc:spChg>
        <pc:spChg chg="add del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31" creationId="{F8260ED5-17F7-4158-B241-D51DD4CF1B7E}"/>
          </ac:spMkLst>
        </pc:spChg>
        <pc:spChg chg="add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38" creationId="{DADD1FCA-8ACB-4958-81DD-4CDD6D3E1921}"/>
          </ac:spMkLst>
        </pc:spChg>
        <pc:spChg chg="add">
          <ac:chgData name="Isaias Recio Burgos" userId="e3f9e677e02f991b" providerId="Windows Live" clId="Web-{7CA94A76-1CA6-1FF8-5B55-9428B1B3369D}" dt="2026-04-09T01:14:29.106" v="1011"/>
          <ac:spMkLst>
            <pc:docMk/>
            <pc:sldMk cId="791720744" sldId="257"/>
            <ac:spMk id="40" creationId="{3C54F4CE-85F0-46ED-80DA-9518C9251AD1}"/>
          </ac:spMkLst>
        </pc:spChg>
        <pc:grpChg chg="add del">
          <ac:chgData name="Isaias Recio Burgos" userId="e3f9e677e02f991b" providerId="Windows Live" clId="Web-{7CA94A76-1CA6-1FF8-5B55-9428B1B3369D}" dt="2026-04-09T00:07:07.657" v="463"/>
          <ac:grpSpMkLst>
            <pc:docMk/>
            <pc:sldMk cId="791720744" sldId="257"/>
            <ac:grpSpMk id="16" creationId="{6258F736-B256-8039-9DC6-F4E49A5C5AD5}"/>
          </ac:grpSpMkLst>
        </pc:grpChg>
        <pc:grpChg chg="add del">
          <ac:chgData name="Isaias Recio Burgos" userId="e3f9e677e02f991b" providerId="Windows Live" clId="Web-{7CA94A76-1CA6-1FF8-5B55-9428B1B3369D}" dt="2026-04-09T01:14:29.091" v="1010"/>
          <ac:grpSpMkLst>
            <pc:docMk/>
            <pc:sldMk cId="791720744" sldId="257"/>
            <ac:grpSpMk id="36" creationId="{6258F736-B256-8039-9DC6-F4E49A5C5AD5}"/>
          </ac:grpSpMkLst>
        </pc:grpChg>
        <pc:picChg chg="del">
          <ac:chgData name="Isaias Recio Burgos" userId="e3f9e677e02f991b" providerId="Windows Live" clId="Web-{7CA94A76-1CA6-1FF8-5B55-9428B1B3369D}" dt="2026-04-08T23:18:59.024" v="71"/>
          <ac:picMkLst>
            <pc:docMk/>
            <pc:sldMk cId="791720744" sldId="257"/>
            <ac:picMk id="4" creationId="{DBF52D59-5459-FCA1-44C3-827A450B3CC2}"/>
          </ac:picMkLst>
        </pc:picChg>
        <pc:picChg chg="add mod">
          <ac:chgData name="Isaias Recio Burgos" userId="e3f9e677e02f991b" providerId="Windows Live" clId="Web-{7CA94A76-1CA6-1FF8-5B55-9428B1B3369D}" dt="2026-04-09T01:14:29.106" v="1011"/>
          <ac:picMkLst>
            <pc:docMk/>
            <pc:sldMk cId="791720744" sldId="257"/>
            <ac:picMk id="4" creationId="{EABC13C6-7641-1927-CCF4-912D432E4492}"/>
          </ac:picMkLst>
        </pc:picChg>
        <pc:picChg chg="add del mod">
          <ac:chgData name="Isaias Recio Burgos" userId="e3f9e677e02f991b" providerId="Windows Live" clId="Web-{7CA94A76-1CA6-1FF8-5B55-9428B1B3369D}" dt="2026-04-09T00:06:18.126" v="461"/>
          <ac:picMkLst>
            <pc:docMk/>
            <pc:sldMk cId="791720744" sldId="257"/>
            <ac:picMk id="5" creationId="{132CCEB4-5CD0-1D0D-018A-A7C02B89A15B}"/>
          </ac:picMkLst>
        </pc:picChg>
        <pc:picChg chg="add del mod">
          <ac:chgData name="Isaias Recio Burgos" userId="e3f9e677e02f991b" providerId="Windows Live" clId="Web-{7CA94A76-1CA6-1FF8-5B55-9428B1B3369D}" dt="2026-04-09T01:11:34.684" v="1007"/>
          <ac:picMkLst>
            <pc:docMk/>
            <pc:sldMk cId="791720744" sldId="257"/>
            <ac:picMk id="6" creationId="{5C20D59E-0E82-9820-B9A3-DD6EFBC2809D}"/>
          </ac:picMkLst>
        </pc:picChg>
      </pc:sldChg>
      <pc:sldChg chg="addSp delSp modSp">
        <pc:chgData name="Isaias Recio Burgos" userId="e3f9e677e02f991b" providerId="Windows Live" clId="Web-{7CA94A76-1CA6-1FF8-5B55-9428B1B3369D}" dt="2026-04-09T01:15:20.997" v="1047" actId="20577"/>
        <pc:sldMkLst>
          <pc:docMk/>
          <pc:sldMk cId="1785396244" sldId="258"/>
        </pc:sldMkLst>
        <pc:spChg chg="mod">
          <ac:chgData name="Isaias Recio Burgos" userId="e3f9e677e02f991b" providerId="Windows Live" clId="Web-{7CA94A76-1CA6-1FF8-5B55-9428B1B3369D}" dt="2026-04-08T23:27:39.292" v="241"/>
          <ac:spMkLst>
            <pc:docMk/>
            <pc:sldMk cId="1785396244" sldId="258"/>
            <ac:spMk id="2" creationId="{8B5E5773-9F24-71D3-E668-F0BB89F83428}"/>
          </ac:spMkLst>
        </pc:spChg>
        <pc:spChg chg="mod">
          <ac:chgData name="Isaias Recio Burgos" userId="e3f9e677e02f991b" providerId="Windows Live" clId="Web-{7CA94A76-1CA6-1FF8-5B55-9428B1B3369D}" dt="2026-04-09T01:15:20.997" v="1047" actId="20577"/>
          <ac:spMkLst>
            <pc:docMk/>
            <pc:sldMk cId="1785396244" sldId="258"/>
            <ac:spMk id="3" creationId="{0CDA1F1F-2BC5-AE74-9C9D-0A4DC313472F}"/>
          </ac:spMkLst>
        </pc:spChg>
        <pc:spChg chg="del">
          <ac:chgData name="Isaias Recio Burgos" userId="e3f9e677e02f991b" providerId="Windows Live" clId="Web-{7CA94A76-1CA6-1FF8-5B55-9428B1B3369D}" dt="2026-04-08T23:25:17.182" v="193"/>
          <ac:spMkLst>
            <pc:docMk/>
            <pc:sldMk cId="1785396244" sldId="258"/>
            <ac:spMk id="13" creationId="{3C54F4CE-85F0-46ED-80DA-9518C9251AD1}"/>
          </ac:spMkLst>
        </pc:spChg>
        <pc:spChg chg="del">
          <ac:chgData name="Isaias Recio Burgos" userId="e3f9e677e02f991b" providerId="Windows Live" clId="Web-{7CA94A76-1CA6-1FF8-5B55-9428B1B3369D}" dt="2026-04-08T23:25:17.182" v="193"/>
          <ac:spMkLst>
            <pc:docMk/>
            <pc:sldMk cId="1785396244" sldId="258"/>
            <ac:spMk id="14" creationId="{DADD1FCA-8ACB-4958-81DD-4CDD6D3E1921}"/>
          </ac:spMkLst>
        </pc:spChg>
        <pc:spChg chg="add del">
          <ac:chgData name="Isaias Recio Burgos" userId="e3f9e677e02f991b" providerId="Windows Live" clId="Web-{7CA94A76-1CA6-1FF8-5B55-9428B1B3369D}" dt="2026-04-08T23:27:39.292" v="241"/>
          <ac:spMkLst>
            <pc:docMk/>
            <pc:sldMk cId="1785396244" sldId="258"/>
            <ac:spMk id="19" creationId="{47942995-B07F-4636-9A06-C6A104B260A8}"/>
          </ac:spMkLst>
        </pc:spChg>
        <pc:spChg chg="add del">
          <ac:chgData name="Isaias Recio Burgos" userId="e3f9e677e02f991b" providerId="Windows Live" clId="Web-{7CA94A76-1CA6-1FF8-5B55-9428B1B3369D}" dt="2026-04-08T23:27:39.292" v="241"/>
          <ac:spMkLst>
            <pc:docMk/>
            <pc:sldMk cId="1785396244" sldId="258"/>
            <ac:spMk id="26" creationId="{B81933D1-5615-42C7-9C0B-4EB7105CCE2D}"/>
          </ac:spMkLst>
        </pc:spChg>
        <pc:spChg chg="add del">
          <ac:chgData name="Isaias Recio Burgos" userId="e3f9e677e02f991b" providerId="Windows Live" clId="Web-{7CA94A76-1CA6-1FF8-5B55-9428B1B3369D}" dt="2026-04-08T23:27:39.292" v="241"/>
          <ac:spMkLst>
            <pc:docMk/>
            <pc:sldMk cId="1785396244" sldId="258"/>
            <ac:spMk id="28" creationId="{19C9EAEA-39D0-4B0E-A0EB-51E7B26740B1}"/>
          </ac:spMkLst>
        </pc:spChg>
        <pc:spChg chg="add">
          <ac:chgData name="Isaias Recio Burgos" userId="e3f9e677e02f991b" providerId="Windows Live" clId="Web-{7CA94A76-1CA6-1FF8-5B55-9428B1B3369D}" dt="2026-04-08T23:27:39.292" v="241"/>
          <ac:spMkLst>
            <pc:docMk/>
            <pc:sldMk cId="1785396244" sldId="258"/>
            <ac:spMk id="33" creationId="{2B97F24A-32CE-4C1C-A50D-3016B394DCFB}"/>
          </ac:spMkLst>
        </pc:spChg>
        <pc:spChg chg="add">
          <ac:chgData name="Isaias Recio Burgos" userId="e3f9e677e02f991b" providerId="Windows Live" clId="Web-{7CA94A76-1CA6-1FF8-5B55-9428B1B3369D}" dt="2026-04-08T23:27:39.292" v="241"/>
          <ac:spMkLst>
            <pc:docMk/>
            <pc:sldMk cId="1785396244" sldId="258"/>
            <ac:spMk id="35" creationId="{CD8B4F24-440B-49E9-B85D-733523DC064B}"/>
          </ac:spMkLst>
        </pc:spChg>
        <pc:grpChg chg="add del">
          <ac:chgData name="Isaias Recio Burgos" userId="e3f9e677e02f991b" providerId="Windows Live" clId="Web-{7CA94A76-1CA6-1FF8-5B55-9428B1B3369D}" dt="2026-04-08T23:27:39.292" v="241"/>
          <ac:grpSpMkLst>
            <pc:docMk/>
            <pc:sldMk cId="1785396244" sldId="258"/>
            <ac:grpSpMk id="21" creationId="{032D8612-31EB-44CF-A1D0-14FD4C705424}"/>
          </ac:grpSpMkLst>
        </pc:grpChg>
        <pc:picChg chg="del">
          <ac:chgData name="Isaias Recio Burgos" userId="e3f9e677e02f991b" providerId="Windows Live" clId="Web-{7CA94A76-1CA6-1FF8-5B55-9428B1B3369D}" dt="2026-04-08T23:22:15.961" v="191"/>
          <ac:picMkLst>
            <pc:docMk/>
            <pc:sldMk cId="1785396244" sldId="258"/>
            <ac:picMk id="4" creationId="{A08F44BC-B695-4D4A-31DF-531E0D80539D}"/>
          </ac:picMkLst>
        </pc:picChg>
        <pc:picChg chg="add del mod">
          <ac:chgData name="Isaias Recio Burgos" userId="e3f9e677e02f991b" providerId="Windows Live" clId="Web-{7CA94A76-1CA6-1FF8-5B55-9428B1B3369D}" dt="2026-04-08T23:25:31.104" v="194"/>
          <ac:picMkLst>
            <pc:docMk/>
            <pc:sldMk cId="1785396244" sldId="258"/>
            <ac:picMk id="5" creationId="{47525F2E-E891-292E-781A-86B16363249C}"/>
          </ac:picMkLst>
        </pc:picChg>
        <pc:picChg chg="add del mod">
          <ac:chgData name="Isaias Recio Burgos" userId="e3f9e677e02f991b" providerId="Windows Live" clId="Web-{7CA94A76-1CA6-1FF8-5B55-9428B1B3369D}" dt="2026-04-09T01:14:41.934" v="1012"/>
          <ac:picMkLst>
            <pc:docMk/>
            <pc:sldMk cId="1785396244" sldId="258"/>
            <ac:picMk id="6" creationId="{D088E8A6-F7DB-D035-521B-A056B8F930E2}"/>
          </ac:picMkLst>
        </pc:picChg>
      </pc:sldChg>
      <pc:sldChg chg="addSp delSp modSp">
        <pc:chgData name="Isaias Recio Burgos" userId="e3f9e677e02f991b" providerId="Windows Live" clId="Web-{7CA94A76-1CA6-1FF8-5B55-9428B1B3369D}" dt="2026-04-09T00:15:29.609" v="785"/>
        <pc:sldMkLst>
          <pc:docMk/>
          <pc:sldMk cId="2409804333" sldId="259"/>
        </pc:sldMkLst>
        <pc:spChg chg="mod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2" creationId="{4E789B42-31C2-3C9A-B5C1-489E4592C3F8}"/>
          </ac:spMkLst>
        </pc:spChg>
        <pc:spChg chg="mod ord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3" creationId="{113E6990-9EDC-9811-F38F-4C0FE148855F}"/>
          </ac:spMkLst>
        </pc:spChg>
        <pc:spChg chg="del">
          <ac:chgData name="Isaias Recio Burgos" userId="e3f9e677e02f991b" providerId="Windows Live" clId="Web-{7CA94A76-1CA6-1FF8-5B55-9428B1B3369D}" dt="2026-04-08T23:30:49.134" v="325"/>
          <ac:spMkLst>
            <pc:docMk/>
            <pc:sldMk cId="2409804333" sldId="259"/>
            <ac:spMk id="9" creationId="{F13C74B1-5B17-4795-BED0-7140497B445A}"/>
          </ac:spMkLst>
        </pc:spChg>
        <pc:spChg chg="del">
          <ac:chgData name="Isaias Recio Burgos" userId="e3f9e677e02f991b" providerId="Windows Live" clId="Web-{7CA94A76-1CA6-1FF8-5B55-9428B1B3369D}" dt="2026-04-08T23:30:49.134" v="325"/>
          <ac:spMkLst>
            <pc:docMk/>
            <pc:sldMk cId="2409804333" sldId="259"/>
            <ac:spMk id="11" creationId="{D4974D33-8DC5-464E-8C6D-BE58F0669C17}"/>
          </ac:spMkLst>
        </pc:spChg>
        <pc:spChg chg="add del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16" creationId="{32AEEBC8-9D30-42EF-95F2-386C2653FBF0}"/>
          </ac:spMkLst>
        </pc:spChg>
        <pc:spChg chg="add del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18" creationId="{2E92FA66-67D7-4CB4-94D3-E643A9AD4757}"/>
          </ac:spMkLst>
        </pc:spChg>
        <pc:spChg chg="add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23" creationId="{2EB492CD-616E-47F8-933B-5E2D952A0593}"/>
          </ac:spMkLst>
        </pc:spChg>
        <pc:spChg chg="add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25" creationId="{59383CF9-23B5-4335-9B21-1791C4CF1C75}"/>
          </ac:spMkLst>
        </pc:spChg>
        <pc:spChg chg="add">
          <ac:chgData name="Isaias Recio Burgos" userId="e3f9e677e02f991b" providerId="Windows Live" clId="Web-{7CA94A76-1CA6-1FF8-5B55-9428B1B3369D}" dt="2026-04-09T00:15:29.609" v="785"/>
          <ac:spMkLst>
            <pc:docMk/>
            <pc:sldMk cId="2409804333" sldId="259"/>
            <ac:spMk id="27" creationId="{0007FE00-9498-4706-B255-6437B0252C02}"/>
          </ac:spMkLst>
        </pc:spChg>
        <pc:picChg chg="del">
          <ac:chgData name="Isaias Recio Burgos" userId="e3f9e677e02f991b" providerId="Windows Live" clId="Web-{7CA94A76-1CA6-1FF8-5B55-9428B1B3369D}" dt="2026-04-08T23:30:00.963" v="323"/>
          <ac:picMkLst>
            <pc:docMk/>
            <pc:sldMk cId="2409804333" sldId="259"/>
            <ac:picMk id="4" creationId="{DFA4E7F0-E2FE-3EE6-7F5C-E1E0CF8A512A}"/>
          </ac:picMkLst>
        </pc:picChg>
        <pc:picChg chg="add del mod">
          <ac:chgData name="Isaias Recio Burgos" userId="e3f9e677e02f991b" providerId="Windows Live" clId="Web-{7CA94A76-1CA6-1FF8-5B55-9428B1B3369D}" dt="2026-04-09T00:09:38.875" v="588"/>
          <ac:picMkLst>
            <pc:docMk/>
            <pc:sldMk cId="2409804333" sldId="259"/>
            <ac:picMk id="5" creationId="{38578DEE-0026-97ED-5520-5846F91C0202}"/>
          </ac:picMkLst>
        </pc:picChg>
        <pc:picChg chg="add mod">
          <ac:chgData name="Isaias Recio Burgos" userId="e3f9e677e02f991b" providerId="Windows Live" clId="Web-{7CA94A76-1CA6-1FF8-5B55-9428B1B3369D}" dt="2026-04-09T00:15:29.609" v="785"/>
          <ac:picMkLst>
            <pc:docMk/>
            <pc:sldMk cId="2409804333" sldId="259"/>
            <ac:picMk id="6" creationId="{033C455E-8AC0-56F8-30D1-31E69BFD68A0}"/>
          </ac:picMkLst>
        </pc:picChg>
      </pc:sldChg>
      <pc:sldChg chg="addSp delSp modSp">
        <pc:chgData name="Isaias Recio Burgos" userId="e3f9e677e02f991b" providerId="Windows Live" clId="Web-{7CA94A76-1CA6-1FF8-5B55-9428B1B3369D}" dt="2026-04-09T00:20:15.170" v="895"/>
        <pc:sldMkLst>
          <pc:docMk/>
          <pc:sldMk cId="1050926190" sldId="260"/>
        </pc:sldMkLst>
        <pc:spChg chg="mod">
          <ac:chgData name="Isaias Recio Burgos" userId="e3f9e677e02f991b" providerId="Windows Live" clId="Web-{7CA94A76-1CA6-1FF8-5B55-9428B1B3369D}" dt="2026-04-09T00:20:15.170" v="895"/>
          <ac:spMkLst>
            <pc:docMk/>
            <pc:sldMk cId="1050926190" sldId="260"/>
            <ac:spMk id="2" creationId="{AD090E73-B3A5-244B-4727-6F6809558426}"/>
          </ac:spMkLst>
        </pc:spChg>
        <pc:spChg chg="mod">
          <ac:chgData name="Isaias Recio Burgos" userId="e3f9e677e02f991b" providerId="Windows Live" clId="Web-{7CA94A76-1CA6-1FF8-5B55-9428B1B3369D}" dt="2026-04-09T00:20:15.170" v="895"/>
          <ac:spMkLst>
            <pc:docMk/>
            <pc:sldMk cId="1050926190" sldId="260"/>
            <ac:spMk id="3" creationId="{92B578FB-C33D-E290-3CB4-4047D25532BD}"/>
          </ac:spMkLst>
        </pc:spChg>
        <pc:spChg chg="del">
          <ac:chgData name="Isaias Recio Burgos" userId="e3f9e677e02f991b" providerId="Windows Live" clId="Web-{7CA94A76-1CA6-1FF8-5B55-9428B1B3369D}" dt="2026-04-08T23:33:37.946" v="387"/>
          <ac:spMkLst>
            <pc:docMk/>
            <pc:sldMk cId="1050926190" sldId="260"/>
            <ac:spMk id="18" creationId="{352BEC0E-22F8-46D0-9632-375DB541B06C}"/>
          </ac:spMkLst>
        </pc:spChg>
        <pc:spChg chg="del">
          <ac:chgData name="Isaias Recio Burgos" userId="e3f9e677e02f991b" providerId="Windows Live" clId="Web-{7CA94A76-1CA6-1FF8-5B55-9428B1B3369D}" dt="2026-04-08T23:33:37.946" v="387"/>
          <ac:spMkLst>
            <pc:docMk/>
            <pc:sldMk cId="1050926190" sldId="260"/>
            <ac:spMk id="20" creationId="{3FCFB1DE-0B7E-48CC-BA90-B2AB0889F9D6}"/>
          </ac:spMkLst>
        </pc:spChg>
        <pc:spChg chg="add del">
          <ac:chgData name="Isaias Recio Burgos" userId="e3f9e677e02f991b" providerId="Windows Live" clId="Web-{7CA94A76-1CA6-1FF8-5B55-9428B1B3369D}" dt="2026-04-09T00:20:15.170" v="895"/>
          <ac:spMkLst>
            <pc:docMk/>
            <pc:sldMk cId="1050926190" sldId="260"/>
            <ac:spMk id="25" creationId="{3C54F4CE-85F0-46ED-80DA-9518C9251AD1}"/>
          </ac:spMkLst>
        </pc:spChg>
        <pc:spChg chg="add del">
          <ac:chgData name="Isaias Recio Burgos" userId="e3f9e677e02f991b" providerId="Windows Live" clId="Web-{7CA94A76-1CA6-1FF8-5B55-9428B1B3369D}" dt="2026-04-09T00:20:15.170" v="895"/>
          <ac:spMkLst>
            <pc:docMk/>
            <pc:sldMk cId="1050926190" sldId="260"/>
            <ac:spMk id="27" creationId="{DADD1FCA-8ACB-4958-81DD-4CDD6D3E1921}"/>
          </ac:spMkLst>
        </pc:spChg>
        <pc:spChg chg="add">
          <ac:chgData name="Isaias Recio Burgos" userId="e3f9e677e02f991b" providerId="Windows Live" clId="Web-{7CA94A76-1CA6-1FF8-5B55-9428B1B3369D}" dt="2026-04-09T00:20:15.170" v="895"/>
          <ac:spMkLst>
            <pc:docMk/>
            <pc:sldMk cId="1050926190" sldId="260"/>
            <ac:spMk id="32" creationId="{2B97F24A-32CE-4C1C-A50D-3016B394DCFB}"/>
          </ac:spMkLst>
        </pc:spChg>
        <pc:spChg chg="add">
          <ac:chgData name="Isaias Recio Burgos" userId="e3f9e677e02f991b" providerId="Windows Live" clId="Web-{7CA94A76-1CA6-1FF8-5B55-9428B1B3369D}" dt="2026-04-09T00:20:15.170" v="895"/>
          <ac:spMkLst>
            <pc:docMk/>
            <pc:sldMk cId="1050926190" sldId="260"/>
            <ac:spMk id="34" creationId="{CD8B4F24-440B-49E9-B85D-733523DC064B}"/>
          </ac:spMkLst>
        </pc:spChg>
        <pc:picChg chg="del">
          <ac:chgData name="Isaias Recio Burgos" userId="e3f9e677e02f991b" providerId="Windows Live" clId="Web-{7CA94A76-1CA6-1FF8-5B55-9428B1B3369D}" dt="2026-04-08T23:31:50.337" v="328"/>
          <ac:picMkLst>
            <pc:docMk/>
            <pc:sldMk cId="1050926190" sldId="260"/>
            <ac:picMk id="4" creationId="{CF0830EA-7605-B5A4-CAF6-05AD5CE6E160}"/>
          </ac:picMkLst>
        </pc:picChg>
        <pc:picChg chg="add del mod">
          <ac:chgData name="Isaias Recio Burgos" userId="e3f9e677e02f991b" providerId="Windows Live" clId="Web-{7CA94A76-1CA6-1FF8-5B55-9428B1B3369D}" dt="2026-04-09T00:16:22.390" v="820"/>
          <ac:picMkLst>
            <pc:docMk/>
            <pc:sldMk cId="1050926190" sldId="260"/>
            <ac:picMk id="5" creationId="{CFC180E3-4595-7E07-0351-46FF6926C22A}"/>
          </ac:picMkLst>
        </pc:picChg>
        <pc:picChg chg="del">
          <ac:chgData name="Isaias Recio Burgos" userId="e3f9e677e02f991b" providerId="Windows Live" clId="Web-{7CA94A76-1CA6-1FF8-5B55-9428B1B3369D}" dt="2026-04-08T23:31:52.399" v="329"/>
          <ac:picMkLst>
            <pc:docMk/>
            <pc:sldMk cId="1050926190" sldId="260"/>
            <ac:picMk id="6" creationId="{9DA33693-B32B-1EED-24A2-FDA610D2919C}"/>
          </ac:picMkLst>
        </pc:picChg>
        <pc:picChg chg="add del mod">
          <ac:chgData name="Isaias Recio Burgos" userId="e3f9e677e02f991b" providerId="Windows Live" clId="Web-{7CA94A76-1CA6-1FF8-5B55-9428B1B3369D}" dt="2026-04-09T00:19:38.608" v="893"/>
          <ac:picMkLst>
            <pc:docMk/>
            <pc:sldMk cId="1050926190" sldId="260"/>
            <ac:picMk id="7" creationId="{93061342-594E-28E8-FE8C-F248F435AE53}"/>
          </ac:picMkLst>
        </pc:picChg>
        <pc:picChg chg="add mod">
          <ac:chgData name="Isaias Recio Burgos" userId="e3f9e677e02f991b" providerId="Windows Live" clId="Web-{7CA94A76-1CA6-1FF8-5B55-9428B1B3369D}" dt="2026-04-09T00:20:15.170" v="895"/>
          <ac:picMkLst>
            <pc:docMk/>
            <pc:sldMk cId="1050926190" sldId="260"/>
            <ac:picMk id="8" creationId="{E64547B1-83DA-755F-A01C-1CA36DA75322}"/>
          </ac:picMkLst>
        </pc:picChg>
      </pc:sldChg>
      <pc:sldChg chg="del">
        <pc:chgData name="Isaias Recio Burgos" userId="e3f9e677e02f991b" providerId="Windows Live" clId="Web-{7CA94A76-1CA6-1FF8-5B55-9428B1B3369D}" dt="2026-04-08T23:33:53.290" v="388"/>
        <pc:sldMkLst>
          <pc:docMk/>
          <pc:sldMk cId="651542652" sldId="261"/>
        </pc:sldMkLst>
      </pc:sldChg>
      <pc:sldChg chg="addSp delSp modSp mod setBg">
        <pc:chgData name="Isaias Recio Burgos" userId="e3f9e677e02f991b" providerId="Windows Live" clId="Web-{7CA94A76-1CA6-1FF8-5B55-9428B1B3369D}" dt="2026-04-08T23:35:03.618" v="421"/>
        <pc:sldMkLst>
          <pc:docMk/>
          <pc:sldMk cId="2811433046" sldId="262"/>
        </pc:sldMkLst>
        <pc:spChg chg="mo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2" creationId="{4C627AF2-3867-B78F-B506-CDABE642F69B}"/>
          </ac:spMkLst>
        </pc:spChg>
        <pc:spChg chg="del mo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3" creationId="{37C8C8AC-9A33-057E-38B6-38C3251E760E}"/>
          </ac:spMkLst>
        </pc:spChg>
        <pc:spChg chg="ad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9" creationId="{BACC6370-2D7E-4714-9D71-7542949D7D5D}"/>
          </ac:spMkLst>
        </pc:spChg>
        <pc:spChg chg="ad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11" creationId="{256B2C21-A230-48C0-8DF1-C46611373C44}"/>
          </ac:spMkLst>
        </pc:spChg>
        <pc:spChg chg="ad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13" creationId="{3847E18C-932D-4C95-AABA-FEC7C9499AD7}"/>
          </ac:spMkLst>
        </pc:spChg>
        <pc:spChg chg="ad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15" creationId="{3150CB11-0C61-439E-910F-5787759E72A0}"/>
          </ac:spMkLst>
        </pc:spChg>
        <pc:spChg chg="ad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17" creationId="{43F8A58B-5155-44CE-A5FF-7647B47D0A7A}"/>
          </ac:spMkLst>
        </pc:spChg>
        <pc:spChg chg="add">
          <ac:chgData name="Isaias Recio Burgos" userId="e3f9e677e02f991b" providerId="Windows Live" clId="Web-{7CA94A76-1CA6-1FF8-5B55-9428B1B3369D}" dt="2026-04-08T23:35:03.618" v="421"/>
          <ac:spMkLst>
            <pc:docMk/>
            <pc:sldMk cId="2811433046" sldId="262"/>
            <ac:spMk id="19" creationId="{443F2ACA-E6D6-4028-82DD-F03C262D5DE6}"/>
          </ac:spMkLst>
        </pc:spChg>
        <pc:graphicFrameChg chg="add">
          <ac:chgData name="Isaias Recio Burgos" userId="e3f9e677e02f991b" providerId="Windows Live" clId="Web-{7CA94A76-1CA6-1FF8-5B55-9428B1B3369D}" dt="2026-04-08T23:35:03.618" v="421"/>
          <ac:graphicFrameMkLst>
            <pc:docMk/>
            <pc:sldMk cId="2811433046" sldId="262"/>
            <ac:graphicFrameMk id="5" creationId="{D08F1B98-1F36-466D-ADB4-5A4A14711F86}"/>
          </ac:graphicFrameMkLst>
        </pc:graphicFrameChg>
      </pc:sldChg>
      <pc:sldChg chg="addSp modSp new mod setBg">
        <pc:chgData name="Isaias Recio Burgos" userId="e3f9e677e02f991b" providerId="Windows Live" clId="Web-{7CA94A76-1CA6-1FF8-5B55-9428B1B3369D}" dt="2026-04-09T00:23:10.731" v="926"/>
        <pc:sldMkLst>
          <pc:docMk/>
          <pc:sldMk cId="860727208" sldId="263"/>
        </pc:sldMkLst>
        <pc:spChg chg="mod">
          <ac:chgData name="Isaias Recio Burgos" userId="e3f9e677e02f991b" providerId="Windows Live" clId="Web-{7CA94A76-1CA6-1FF8-5B55-9428B1B3369D}" dt="2026-04-09T00:23:10.731" v="926"/>
          <ac:spMkLst>
            <pc:docMk/>
            <pc:sldMk cId="860727208" sldId="263"/>
            <ac:spMk id="2" creationId="{C01028EA-48F0-8F23-1294-F5A5DB9A916E}"/>
          </ac:spMkLst>
        </pc:spChg>
        <pc:spChg chg="mod">
          <ac:chgData name="Isaias Recio Burgos" userId="e3f9e677e02f991b" providerId="Windows Live" clId="Web-{7CA94A76-1CA6-1FF8-5B55-9428B1B3369D}" dt="2026-04-09T00:23:10.731" v="926"/>
          <ac:spMkLst>
            <pc:docMk/>
            <pc:sldMk cId="860727208" sldId="263"/>
            <ac:spMk id="3" creationId="{4CF712C5-19DF-61D4-6F71-D71C54DD5484}"/>
          </ac:spMkLst>
        </pc:spChg>
        <pc:spChg chg="add">
          <ac:chgData name="Isaias Recio Burgos" userId="e3f9e677e02f991b" providerId="Windows Live" clId="Web-{7CA94A76-1CA6-1FF8-5B55-9428B1B3369D}" dt="2026-04-09T00:23:10.731" v="926"/>
          <ac:spMkLst>
            <pc:docMk/>
            <pc:sldMk cId="860727208" sldId="263"/>
            <ac:spMk id="9" creationId="{7FF47CB7-972F-479F-A36D-9E72D26EC8DA}"/>
          </ac:spMkLst>
        </pc:spChg>
        <pc:spChg chg="add">
          <ac:chgData name="Isaias Recio Burgos" userId="e3f9e677e02f991b" providerId="Windows Live" clId="Web-{7CA94A76-1CA6-1FF8-5B55-9428B1B3369D}" dt="2026-04-09T00:23:10.731" v="926"/>
          <ac:spMkLst>
            <pc:docMk/>
            <pc:sldMk cId="860727208" sldId="263"/>
            <ac:spMk id="11" creationId="{0D153B68-5844-490D-8E67-F616D6D721CA}"/>
          </ac:spMkLst>
        </pc:spChg>
        <pc:spChg chg="add">
          <ac:chgData name="Isaias Recio Burgos" userId="e3f9e677e02f991b" providerId="Windows Live" clId="Web-{7CA94A76-1CA6-1FF8-5B55-9428B1B3369D}" dt="2026-04-09T00:23:10.731" v="926"/>
          <ac:spMkLst>
            <pc:docMk/>
            <pc:sldMk cId="860727208" sldId="263"/>
            <ac:spMk id="13" creationId="{9A0D773F-7A7D-4DBB-9DEA-86BB8B8F4BC8}"/>
          </ac:spMkLst>
        </pc:spChg>
        <pc:picChg chg="add mod">
          <ac:chgData name="Isaias Recio Burgos" userId="e3f9e677e02f991b" providerId="Windows Live" clId="Web-{7CA94A76-1CA6-1FF8-5B55-9428B1B3369D}" dt="2026-04-09T00:23:10.731" v="926"/>
          <ac:picMkLst>
            <pc:docMk/>
            <pc:sldMk cId="860727208" sldId="263"/>
            <ac:picMk id="4" creationId="{1CAAB0CD-B067-6EAD-2106-9E6C24E2B009}"/>
          </ac:picMkLst>
        </pc:picChg>
      </pc:sldChg>
      <pc:sldChg chg="addSp delSp modSp new mod setBg">
        <pc:chgData name="Isaias Recio Burgos" userId="e3f9e677e02f991b" providerId="Windows Live" clId="Web-{7CA94A76-1CA6-1FF8-5B55-9428B1B3369D}" dt="2026-04-09T00:25:15.808" v="965" actId="20577"/>
        <pc:sldMkLst>
          <pc:docMk/>
          <pc:sldMk cId="3769195384" sldId="264"/>
        </pc:sldMkLst>
        <pc:spChg chg="mod">
          <ac:chgData name="Isaias Recio Burgos" userId="e3f9e677e02f991b" providerId="Windows Live" clId="Web-{7CA94A76-1CA6-1FF8-5B55-9428B1B3369D}" dt="2026-04-09T00:25:15.808" v="965" actId="20577"/>
          <ac:spMkLst>
            <pc:docMk/>
            <pc:sldMk cId="3769195384" sldId="264"/>
            <ac:spMk id="2" creationId="{6C20B67F-6F9E-6940-A4E4-79375828368E}"/>
          </ac:spMkLst>
        </pc:spChg>
        <pc:spChg chg="mod">
          <ac:chgData name="Isaias Recio Burgos" userId="e3f9e677e02f991b" providerId="Windows Live" clId="Web-{7CA94A76-1CA6-1FF8-5B55-9428B1B3369D}" dt="2026-04-09T00:25:11.324" v="963"/>
          <ac:spMkLst>
            <pc:docMk/>
            <pc:sldMk cId="3769195384" sldId="264"/>
            <ac:spMk id="3" creationId="{5C9BA58A-E315-C467-C1F4-E4946448726F}"/>
          </ac:spMkLst>
        </pc:spChg>
        <pc:spChg chg="add del">
          <ac:chgData name="Isaias Recio Burgos" userId="e3f9e677e02f991b" providerId="Windows Live" clId="Web-{7CA94A76-1CA6-1FF8-5B55-9428B1B3369D}" dt="2026-04-09T00:24:58.605" v="960"/>
          <ac:spMkLst>
            <pc:docMk/>
            <pc:sldMk cId="3769195384" sldId="264"/>
            <ac:spMk id="9" creationId="{47942995-B07F-4636-9A06-C6A104B260A8}"/>
          </ac:spMkLst>
        </pc:spChg>
        <pc:spChg chg="add del">
          <ac:chgData name="Isaias Recio Burgos" userId="e3f9e677e02f991b" providerId="Windows Live" clId="Web-{7CA94A76-1CA6-1FF8-5B55-9428B1B3369D}" dt="2026-04-09T00:24:58.605" v="960"/>
          <ac:spMkLst>
            <pc:docMk/>
            <pc:sldMk cId="3769195384" sldId="264"/>
            <ac:spMk id="16" creationId="{B81933D1-5615-42C7-9C0B-4EB7105CCE2D}"/>
          </ac:spMkLst>
        </pc:spChg>
        <pc:spChg chg="add del">
          <ac:chgData name="Isaias Recio Burgos" userId="e3f9e677e02f991b" providerId="Windows Live" clId="Web-{7CA94A76-1CA6-1FF8-5B55-9428B1B3369D}" dt="2026-04-09T00:24:58.605" v="960"/>
          <ac:spMkLst>
            <pc:docMk/>
            <pc:sldMk cId="3769195384" sldId="264"/>
            <ac:spMk id="18" creationId="{19C9EAEA-39D0-4B0E-A0EB-51E7B26740B1}"/>
          </ac:spMkLst>
        </pc:spChg>
        <pc:spChg chg="add">
          <ac:chgData name="Isaias Recio Burgos" userId="e3f9e677e02f991b" providerId="Windows Live" clId="Web-{7CA94A76-1CA6-1FF8-5B55-9428B1B3369D}" dt="2026-04-09T00:25:11.324" v="963"/>
          <ac:spMkLst>
            <pc:docMk/>
            <pc:sldMk cId="3769195384" sldId="264"/>
            <ac:spMk id="23" creationId="{47942995-B07F-4636-9A06-C6A104B260A8}"/>
          </ac:spMkLst>
        </pc:spChg>
        <pc:spChg chg="add">
          <ac:chgData name="Isaias Recio Burgos" userId="e3f9e677e02f991b" providerId="Windows Live" clId="Web-{7CA94A76-1CA6-1FF8-5B55-9428B1B3369D}" dt="2026-04-09T00:25:11.324" v="963"/>
          <ac:spMkLst>
            <pc:docMk/>
            <pc:sldMk cId="3769195384" sldId="264"/>
            <ac:spMk id="25" creationId="{B81933D1-5615-42C7-9C0B-4EB7105CCE2D}"/>
          </ac:spMkLst>
        </pc:spChg>
        <pc:spChg chg="add">
          <ac:chgData name="Isaias Recio Burgos" userId="e3f9e677e02f991b" providerId="Windows Live" clId="Web-{7CA94A76-1CA6-1FF8-5B55-9428B1B3369D}" dt="2026-04-09T00:25:11.324" v="963"/>
          <ac:spMkLst>
            <pc:docMk/>
            <pc:sldMk cId="3769195384" sldId="264"/>
            <ac:spMk id="26" creationId="{19C9EAEA-39D0-4B0E-A0EB-51E7B26740B1}"/>
          </ac:spMkLst>
        </pc:spChg>
        <pc:grpChg chg="add del">
          <ac:chgData name="Isaias Recio Burgos" userId="e3f9e677e02f991b" providerId="Windows Live" clId="Web-{7CA94A76-1CA6-1FF8-5B55-9428B1B3369D}" dt="2026-04-09T00:24:58.605" v="960"/>
          <ac:grpSpMkLst>
            <pc:docMk/>
            <pc:sldMk cId="3769195384" sldId="264"/>
            <ac:grpSpMk id="11" creationId="{032D8612-31EB-44CF-A1D0-14FD4C705424}"/>
          </ac:grpSpMkLst>
        </pc:grpChg>
        <pc:grpChg chg="add del">
          <ac:chgData name="Isaias Recio Burgos" userId="e3f9e677e02f991b" providerId="Windows Live" clId="Web-{7CA94A76-1CA6-1FF8-5B55-9428B1B3369D}" dt="2026-04-09T00:25:11.324" v="962"/>
          <ac:grpSpMkLst>
            <pc:docMk/>
            <pc:sldMk cId="3769195384" sldId="264"/>
            <ac:grpSpMk id="20" creationId="{6258F736-B256-8039-9DC6-F4E49A5C5AD5}"/>
          </ac:grpSpMkLst>
        </pc:grpChg>
        <pc:grpChg chg="add">
          <ac:chgData name="Isaias Recio Burgos" userId="e3f9e677e02f991b" providerId="Windows Live" clId="Web-{7CA94A76-1CA6-1FF8-5B55-9428B1B3369D}" dt="2026-04-09T00:25:11.324" v="963"/>
          <ac:grpSpMkLst>
            <pc:docMk/>
            <pc:sldMk cId="3769195384" sldId="264"/>
            <ac:grpSpMk id="24" creationId="{032D8612-31EB-44CF-A1D0-14FD4C705424}"/>
          </ac:grpSpMkLst>
        </pc:grpChg>
        <pc:picChg chg="add mod">
          <ac:chgData name="Isaias Recio Burgos" userId="e3f9e677e02f991b" providerId="Windows Live" clId="Web-{7CA94A76-1CA6-1FF8-5B55-9428B1B3369D}" dt="2026-04-09T00:25:11.324" v="963"/>
          <ac:picMkLst>
            <pc:docMk/>
            <pc:sldMk cId="3769195384" sldId="264"/>
            <ac:picMk id="4" creationId="{147AA8C7-F061-0F4A-1D6F-345BE20CC567}"/>
          </ac:picMkLst>
        </pc:picChg>
      </pc:sldChg>
    </pc:docChg>
  </pc:docChgLst>
  <pc:docChgLst>
    <pc:chgData name="Isaias Recio Burgos" userId="e3f9e677e02f991b" providerId="Windows Live" clId="Web-{F43E2AB3-628F-084B-C041-BA33D4320C7C}"/>
    <pc:docChg chg="addSld delSld modSld sldOrd">
      <pc:chgData name="Isaias Recio Burgos" userId="e3f9e677e02f991b" providerId="Windows Live" clId="Web-{F43E2AB3-628F-084B-C041-BA33D4320C7C}" dt="2026-04-09T01:38:50.960" v="337"/>
      <pc:docMkLst>
        <pc:docMk/>
      </pc:docMkLst>
      <pc:sldChg chg="addSp delSp modSp">
        <pc:chgData name="Isaias Recio Burgos" userId="e3f9e677e02f991b" providerId="Windows Live" clId="Web-{F43E2AB3-628F-084B-C041-BA33D4320C7C}" dt="2026-04-09T01:23:53.302" v="1"/>
        <pc:sldMkLst>
          <pc:docMk/>
          <pc:sldMk cId="1785396244" sldId="258"/>
        </pc:sldMkLst>
        <pc:spChg chg="mod">
          <ac:chgData name="Isaias Recio Burgos" userId="e3f9e677e02f991b" providerId="Windows Live" clId="Web-{F43E2AB3-628F-084B-C041-BA33D4320C7C}" dt="2026-04-09T01:23:53.302" v="1"/>
          <ac:spMkLst>
            <pc:docMk/>
            <pc:sldMk cId="1785396244" sldId="258"/>
            <ac:spMk id="2" creationId="{8B5E5773-9F24-71D3-E668-F0BB89F83428}"/>
          </ac:spMkLst>
        </pc:spChg>
        <pc:spChg chg="mod">
          <ac:chgData name="Isaias Recio Burgos" userId="e3f9e677e02f991b" providerId="Windows Live" clId="Web-{F43E2AB3-628F-084B-C041-BA33D4320C7C}" dt="2026-04-09T01:23:53.302" v="1"/>
          <ac:spMkLst>
            <pc:docMk/>
            <pc:sldMk cId="1785396244" sldId="258"/>
            <ac:spMk id="3" creationId="{0CDA1F1F-2BC5-AE74-9C9D-0A4DC313472F}"/>
          </ac:spMkLst>
        </pc:spChg>
        <pc:spChg chg="del">
          <ac:chgData name="Isaias Recio Burgos" userId="e3f9e677e02f991b" providerId="Windows Live" clId="Web-{F43E2AB3-628F-084B-C041-BA33D4320C7C}" dt="2026-04-09T01:23:53.302" v="1"/>
          <ac:spMkLst>
            <pc:docMk/>
            <pc:sldMk cId="1785396244" sldId="258"/>
            <ac:spMk id="33" creationId="{2B97F24A-32CE-4C1C-A50D-3016B394DCFB}"/>
          </ac:spMkLst>
        </pc:spChg>
        <pc:spChg chg="del">
          <ac:chgData name="Isaias Recio Burgos" userId="e3f9e677e02f991b" providerId="Windows Live" clId="Web-{F43E2AB3-628F-084B-C041-BA33D4320C7C}" dt="2026-04-09T01:23:53.302" v="1"/>
          <ac:spMkLst>
            <pc:docMk/>
            <pc:sldMk cId="1785396244" sldId="258"/>
            <ac:spMk id="35" creationId="{CD8B4F24-440B-49E9-B85D-733523DC064B}"/>
          </ac:spMkLst>
        </pc:spChg>
        <pc:grpChg chg="add">
          <ac:chgData name="Isaias Recio Burgos" userId="e3f9e677e02f991b" providerId="Windows Live" clId="Web-{F43E2AB3-628F-084B-C041-BA33D4320C7C}" dt="2026-04-09T01:23:53.302" v="1"/>
          <ac:grpSpMkLst>
            <pc:docMk/>
            <pc:sldMk cId="1785396244" sldId="258"/>
            <ac:grpSpMk id="40" creationId="{6258F736-B256-8039-9DC6-F4E49A5C5AD5}"/>
          </ac:grpSpMkLst>
        </pc:grpChg>
        <pc:picChg chg="add mod">
          <ac:chgData name="Isaias Recio Burgos" userId="e3f9e677e02f991b" providerId="Windows Live" clId="Web-{F43E2AB3-628F-084B-C041-BA33D4320C7C}" dt="2026-04-09T01:23:53.302" v="1"/>
          <ac:picMkLst>
            <pc:docMk/>
            <pc:sldMk cId="1785396244" sldId="258"/>
            <ac:picMk id="4" creationId="{0B5EEBE1-22C2-2399-200F-0A65947B50AD}"/>
          </ac:picMkLst>
        </pc:picChg>
      </pc:sldChg>
      <pc:sldChg chg="addSp delSp modSp">
        <pc:chgData name="Isaias Recio Burgos" userId="e3f9e677e02f991b" providerId="Windows Live" clId="Web-{F43E2AB3-628F-084B-C041-BA33D4320C7C}" dt="2026-04-09T01:28:12.817" v="140" actId="20577"/>
        <pc:sldMkLst>
          <pc:docMk/>
          <pc:sldMk cId="2409804333" sldId="259"/>
        </pc:sldMkLst>
        <pc:spChg chg="mod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2" creationId="{4E789B42-31C2-3C9A-B5C1-489E4592C3F8}"/>
          </ac:spMkLst>
        </pc:spChg>
        <pc:spChg chg="mod">
          <ac:chgData name="Isaias Recio Burgos" userId="e3f9e677e02f991b" providerId="Windows Live" clId="Web-{F43E2AB3-628F-084B-C041-BA33D4320C7C}" dt="2026-04-09T01:28:12.817" v="140" actId="20577"/>
          <ac:spMkLst>
            <pc:docMk/>
            <pc:sldMk cId="2409804333" sldId="259"/>
            <ac:spMk id="3" creationId="{113E6990-9EDC-9811-F38F-4C0FE148855F}"/>
          </ac:spMkLst>
        </pc:spChg>
        <pc:spChg chg="del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23" creationId="{2EB492CD-616E-47F8-933B-5E2D952A0593}"/>
          </ac:spMkLst>
        </pc:spChg>
        <pc:spChg chg="del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25" creationId="{59383CF9-23B5-4335-9B21-1791C4CF1C75}"/>
          </ac:spMkLst>
        </pc:spChg>
        <pc:spChg chg="del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27" creationId="{0007FE00-9498-4706-B255-6437B0252C02}"/>
          </ac:spMkLst>
        </pc:spChg>
        <pc:spChg chg="add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32" creationId="{47942995-B07F-4636-9A06-C6A104B260A8}"/>
          </ac:spMkLst>
        </pc:spChg>
        <pc:spChg chg="add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39" creationId="{B81933D1-5615-42C7-9C0B-4EB7105CCE2D}"/>
          </ac:spMkLst>
        </pc:spChg>
        <pc:spChg chg="add">
          <ac:chgData name="Isaias Recio Burgos" userId="e3f9e677e02f991b" providerId="Windows Live" clId="Web-{F43E2AB3-628F-084B-C041-BA33D4320C7C}" dt="2026-04-09T01:27:02.739" v="87"/>
          <ac:spMkLst>
            <pc:docMk/>
            <pc:sldMk cId="2409804333" sldId="259"/>
            <ac:spMk id="41" creationId="{19C9EAEA-39D0-4B0E-A0EB-51E7B26740B1}"/>
          </ac:spMkLst>
        </pc:spChg>
        <pc:grpChg chg="add">
          <ac:chgData name="Isaias Recio Burgos" userId="e3f9e677e02f991b" providerId="Windows Live" clId="Web-{F43E2AB3-628F-084B-C041-BA33D4320C7C}" dt="2026-04-09T01:27:02.739" v="87"/>
          <ac:grpSpMkLst>
            <pc:docMk/>
            <pc:sldMk cId="2409804333" sldId="259"/>
            <ac:grpSpMk id="34" creationId="{032D8612-31EB-44CF-A1D0-14FD4C705424}"/>
          </ac:grpSpMkLst>
        </pc:grpChg>
        <pc:picChg chg="add mod">
          <ac:chgData name="Isaias Recio Burgos" userId="e3f9e677e02f991b" providerId="Windows Live" clId="Web-{F43E2AB3-628F-084B-C041-BA33D4320C7C}" dt="2026-04-09T01:27:02.739" v="87"/>
          <ac:picMkLst>
            <pc:docMk/>
            <pc:sldMk cId="2409804333" sldId="259"/>
            <ac:picMk id="4" creationId="{F0CD66A9-C6CC-5279-3F2F-4B412C47C168}"/>
          </ac:picMkLst>
        </pc:picChg>
        <pc:picChg chg="del">
          <ac:chgData name="Isaias Recio Burgos" userId="e3f9e677e02f991b" providerId="Windows Live" clId="Web-{F43E2AB3-628F-084B-C041-BA33D4320C7C}" dt="2026-04-09T01:24:55.333" v="64"/>
          <ac:picMkLst>
            <pc:docMk/>
            <pc:sldMk cId="2409804333" sldId="259"/>
            <ac:picMk id="6" creationId="{033C455E-8AC0-56F8-30D1-31E69BFD68A0}"/>
          </ac:picMkLst>
        </pc:picChg>
      </pc:sldChg>
      <pc:sldChg chg="addSp delSp modSp">
        <pc:chgData name="Isaias Recio Burgos" userId="e3f9e677e02f991b" providerId="Windows Live" clId="Web-{F43E2AB3-628F-084B-C041-BA33D4320C7C}" dt="2026-04-09T01:33:42.201" v="223"/>
        <pc:sldMkLst>
          <pc:docMk/>
          <pc:sldMk cId="1050926190" sldId="260"/>
        </pc:sldMkLst>
        <pc:spChg chg="mod">
          <ac:chgData name="Isaias Recio Burgos" userId="e3f9e677e02f991b" providerId="Windows Live" clId="Web-{F43E2AB3-628F-084B-C041-BA33D4320C7C}" dt="2026-04-09T01:33:42.201" v="223"/>
          <ac:spMkLst>
            <pc:docMk/>
            <pc:sldMk cId="1050926190" sldId="260"/>
            <ac:spMk id="2" creationId="{AD090E73-B3A5-244B-4727-6F6809558426}"/>
          </ac:spMkLst>
        </pc:spChg>
        <pc:spChg chg="mod">
          <ac:chgData name="Isaias Recio Burgos" userId="e3f9e677e02f991b" providerId="Windows Live" clId="Web-{F43E2AB3-628F-084B-C041-BA33D4320C7C}" dt="2026-04-09T01:33:42.201" v="223"/>
          <ac:spMkLst>
            <pc:docMk/>
            <pc:sldMk cId="1050926190" sldId="260"/>
            <ac:spMk id="3" creationId="{92B578FB-C33D-E290-3CB4-4047D25532BD}"/>
          </ac:spMkLst>
        </pc:spChg>
        <pc:spChg chg="del">
          <ac:chgData name="Isaias Recio Burgos" userId="e3f9e677e02f991b" providerId="Windows Live" clId="Web-{F43E2AB3-628F-084B-C041-BA33D4320C7C}" dt="2026-04-09T01:33:42.201" v="223"/>
          <ac:spMkLst>
            <pc:docMk/>
            <pc:sldMk cId="1050926190" sldId="260"/>
            <ac:spMk id="32" creationId="{2B97F24A-32CE-4C1C-A50D-3016B394DCFB}"/>
          </ac:spMkLst>
        </pc:spChg>
        <pc:spChg chg="del">
          <ac:chgData name="Isaias Recio Burgos" userId="e3f9e677e02f991b" providerId="Windows Live" clId="Web-{F43E2AB3-628F-084B-C041-BA33D4320C7C}" dt="2026-04-09T01:33:42.201" v="223"/>
          <ac:spMkLst>
            <pc:docMk/>
            <pc:sldMk cId="1050926190" sldId="260"/>
            <ac:spMk id="34" creationId="{CD8B4F24-440B-49E9-B85D-733523DC064B}"/>
          </ac:spMkLst>
        </pc:spChg>
        <pc:spChg chg="add">
          <ac:chgData name="Isaias Recio Burgos" userId="e3f9e677e02f991b" providerId="Windows Live" clId="Web-{F43E2AB3-628F-084B-C041-BA33D4320C7C}" dt="2026-04-09T01:33:42.201" v="223"/>
          <ac:spMkLst>
            <pc:docMk/>
            <pc:sldMk cId="1050926190" sldId="260"/>
            <ac:spMk id="39" creationId="{743AA782-23D1-4521-8CAD-47662984AA08}"/>
          </ac:spMkLst>
        </pc:spChg>
        <pc:spChg chg="add">
          <ac:chgData name="Isaias Recio Burgos" userId="e3f9e677e02f991b" providerId="Windows Live" clId="Web-{F43E2AB3-628F-084B-C041-BA33D4320C7C}" dt="2026-04-09T01:33:42.201" v="223"/>
          <ac:spMkLst>
            <pc:docMk/>
            <pc:sldMk cId="1050926190" sldId="260"/>
            <ac:spMk id="41" creationId="{650D18FE-0824-4A46-B22C-A86B52E5780A}"/>
          </ac:spMkLst>
        </pc:spChg>
        <pc:picChg chg="add del mod">
          <ac:chgData name="Isaias Recio Burgos" userId="e3f9e677e02f991b" providerId="Windows Live" clId="Web-{F43E2AB3-628F-084B-C041-BA33D4320C7C}" dt="2026-04-09T01:33:02.373" v="219"/>
          <ac:picMkLst>
            <pc:docMk/>
            <pc:sldMk cId="1050926190" sldId="260"/>
            <ac:picMk id="4" creationId="{3614F24E-D86E-87DF-99BC-2D350C3D725B}"/>
          </ac:picMkLst>
        </pc:picChg>
        <pc:picChg chg="add mod">
          <ac:chgData name="Isaias Recio Burgos" userId="e3f9e677e02f991b" providerId="Windows Live" clId="Web-{F43E2AB3-628F-084B-C041-BA33D4320C7C}" dt="2026-04-09T01:33:42.201" v="223"/>
          <ac:picMkLst>
            <pc:docMk/>
            <pc:sldMk cId="1050926190" sldId="260"/>
            <ac:picMk id="5" creationId="{A80A59C6-FE93-8F61-A74F-693B96CD1966}"/>
          </ac:picMkLst>
        </pc:picChg>
        <pc:picChg chg="del">
          <ac:chgData name="Isaias Recio Burgos" userId="e3f9e677e02f991b" providerId="Windows Live" clId="Web-{F43E2AB3-628F-084B-C041-BA33D4320C7C}" dt="2026-04-09T01:28:29.660" v="141"/>
          <ac:picMkLst>
            <pc:docMk/>
            <pc:sldMk cId="1050926190" sldId="260"/>
            <ac:picMk id="8" creationId="{E64547B1-83DA-755F-A01C-1CA36DA75322}"/>
          </ac:picMkLst>
        </pc:picChg>
      </pc:sldChg>
      <pc:sldChg chg="addSp delSp modSp">
        <pc:chgData name="Isaias Recio Burgos" userId="e3f9e677e02f991b" providerId="Windows Live" clId="Web-{F43E2AB3-628F-084B-C041-BA33D4320C7C}" dt="2026-04-09T01:35:59.700" v="267"/>
        <pc:sldMkLst>
          <pc:docMk/>
          <pc:sldMk cId="860727208" sldId="263"/>
        </pc:sldMkLst>
        <pc:spChg chg="mod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2" creationId="{C01028EA-48F0-8F23-1294-F5A5DB9A916E}"/>
          </ac:spMkLst>
        </pc:spChg>
        <pc:spChg chg="mod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3" creationId="{4CF712C5-19DF-61D4-6F71-D71C54DD5484}"/>
          </ac:spMkLst>
        </pc:spChg>
        <pc:spChg chg="del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9" creationId="{7FF47CB7-972F-479F-A36D-9E72D26EC8DA}"/>
          </ac:spMkLst>
        </pc:spChg>
        <pc:spChg chg="del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11" creationId="{0D153B68-5844-490D-8E67-F616D6D721CA}"/>
          </ac:spMkLst>
        </pc:spChg>
        <pc:spChg chg="del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13" creationId="{9A0D773F-7A7D-4DBB-9DEA-86BB8B8F4BC8}"/>
          </ac:spMkLst>
        </pc:spChg>
        <pc:spChg chg="add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18" creationId="{3C54F4CE-85F0-46ED-80DA-9518C9251AD1}"/>
          </ac:spMkLst>
        </pc:spChg>
        <pc:spChg chg="add">
          <ac:chgData name="Isaias Recio Burgos" userId="e3f9e677e02f991b" providerId="Windows Live" clId="Web-{F43E2AB3-628F-084B-C041-BA33D4320C7C}" dt="2026-04-09T01:35:59.700" v="267"/>
          <ac:spMkLst>
            <pc:docMk/>
            <pc:sldMk cId="860727208" sldId="263"/>
            <ac:spMk id="20" creationId="{DADD1FCA-8ACB-4958-81DD-4CDD6D3E1921}"/>
          </ac:spMkLst>
        </pc:spChg>
        <pc:picChg chg="del">
          <ac:chgData name="Isaias Recio Burgos" userId="e3f9e677e02f991b" providerId="Windows Live" clId="Web-{F43E2AB3-628F-084B-C041-BA33D4320C7C}" dt="2026-04-09T01:34:03.404" v="225"/>
          <ac:picMkLst>
            <pc:docMk/>
            <pc:sldMk cId="860727208" sldId="263"/>
            <ac:picMk id="4" creationId="{1CAAB0CD-B067-6EAD-2106-9E6C24E2B009}"/>
          </ac:picMkLst>
        </pc:picChg>
        <pc:picChg chg="add mod">
          <ac:chgData name="Isaias Recio Burgos" userId="e3f9e677e02f991b" providerId="Windows Live" clId="Web-{F43E2AB3-628F-084B-C041-BA33D4320C7C}" dt="2026-04-09T01:35:59.700" v="267"/>
          <ac:picMkLst>
            <pc:docMk/>
            <pc:sldMk cId="860727208" sldId="263"/>
            <ac:picMk id="5" creationId="{9C398F10-D2F3-217B-2BFA-3DB830619ADD}"/>
          </ac:picMkLst>
        </pc:picChg>
      </pc:sldChg>
      <pc:sldChg chg="del ord">
        <pc:chgData name="Isaias Recio Burgos" userId="e3f9e677e02f991b" providerId="Windows Live" clId="Web-{F43E2AB3-628F-084B-C041-BA33D4320C7C}" dt="2026-04-09T01:38:50.960" v="337"/>
        <pc:sldMkLst>
          <pc:docMk/>
          <pc:sldMk cId="3769195384" sldId="264"/>
        </pc:sldMkLst>
      </pc:sldChg>
      <pc:sldChg chg="addSp modSp new mod setBg">
        <pc:chgData name="Isaias Recio Burgos" userId="e3f9e677e02f991b" providerId="Windows Live" clId="Web-{F43E2AB3-628F-084B-C041-BA33D4320C7C}" dt="2026-04-09T01:38:32.649" v="335"/>
        <pc:sldMkLst>
          <pc:docMk/>
          <pc:sldMk cId="1163966689" sldId="265"/>
        </pc:sldMkLst>
        <pc:spChg chg="mod">
          <ac:chgData name="Isaias Recio Burgos" userId="e3f9e677e02f991b" providerId="Windows Live" clId="Web-{F43E2AB3-628F-084B-C041-BA33D4320C7C}" dt="2026-04-09T01:38:32.649" v="335"/>
          <ac:spMkLst>
            <pc:docMk/>
            <pc:sldMk cId="1163966689" sldId="265"/>
            <ac:spMk id="2" creationId="{EFC87A56-5852-229B-5C15-0B503E79473F}"/>
          </ac:spMkLst>
        </pc:spChg>
        <pc:spChg chg="mod">
          <ac:chgData name="Isaias Recio Burgos" userId="e3f9e677e02f991b" providerId="Windows Live" clId="Web-{F43E2AB3-628F-084B-C041-BA33D4320C7C}" dt="2026-04-09T01:38:32.649" v="335"/>
          <ac:spMkLst>
            <pc:docMk/>
            <pc:sldMk cId="1163966689" sldId="265"/>
            <ac:spMk id="3" creationId="{15B136FE-1795-C3E5-0185-79C3BAF8C092}"/>
          </ac:spMkLst>
        </pc:spChg>
        <pc:spChg chg="add">
          <ac:chgData name="Isaias Recio Burgos" userId="e3f9e677e02f991b" providerId="Windows Live" clId="Web-{F43E2AB3-628F-084B-C041-BA33D4320C7C}" dt="2026-04-09T01:38:32.649" v="335"/>
          <ac:spMkLst>
            <pc:docMk/>
            <pc:sldMk cId="1163966689" sldId="265"/>
            <ac:spMk id="9" creationId="{058A14AF-9FB5-4CC7-BA35-E8E85D3EDF0E}"/>
          </ac:spMkLst>
        </pc:spChg>
        <pc:spChg chg="add">
          <ac:chgData name="Isaias Recio Burgos" userId="e3f9e677e02f991b" providerId="Windows Live" clId="Web-{F43E2AB3-628F-084B-C041-BA33D4320C7C}" dt="2026-04-09T01:38:32.649" v="335"/>
          <ac:spMkLst>
            <pc:docMk/>
            <pc:sldMk cId="1163966689" sldId="265"/>
            <ac:spMk id="11" creationId="{3A9A4357-BD1D-4622-A4FE-766E6AB8DE84}"/>
          </ac:spMkLst>
        </pc:spChg>
        <pc:spChg chg="add">
          <ac:chgData name="Isaias Recio Burgos" userId="e3f9e677e02f991b" providerId="Windows Live" clId="Web-{F43E2AB3-628F-084B-C041-BA33D4320C7C}" dt="2026-04-09T01:38:32.649" v="335"/>
          <ac:spMkLst>
            <pc:docMk/>
            <pc:sldMk cId="1163966689" sldId="265"/>
            <ac:spMk id="13" creationId="{E659831F-0D9A-4C63-9EBB-8435B85A440F}"/>
          </ac:spMkLst>
        </pc:spChg>
        <pc:spChg chg="add">
          <ac:chgData name="Isaias Recio Burgos" userId="e3f9e677e02f991b" providerId="Windows Live" clId="Web-{F43E2AB3-628F-084B-C041-BA33D4320C7C}" dt="2026-04-09T01:38:32.649" v="335"/>
          <ac:spMkLst>
            <pc:docMk/>
            <pc:sldMk cId="1163966689" sldId="265"/>
            <ac:spMk id="15" creationId="{E6995CE5-F890-4ABA-82A2-26507CE8D2A3}"/>
          </ac:spMkLst>
        </pc:spChg>
        <pc:picChg chg="add mod">
          <ac:chgData name="Isaias Recio Burgos" userId="e3f9e677e02f991b" providerId="Windows Live" clId="Web-{F43E2AB3-628F-084B-C041-BA33D4320C7C}" dt="2026-04-09T01:38:32.649" v="335"/>
          <ac:picMkLst>
            <pc:docMk/>
            <pc:sldMk cId="1163966689" sldId="265"/>
            <ac:picMk id="4" creationId="{0C18534D-B7CC-0FF0-4C46-BD64C938A5DF}"/>
          </ac:picMkLst>
        </pc:picChg>
      </pc:sldChg>
    </pc:docChg>
  </pc:docChgLst>
  <pc:docChgLst>
    <pc:chgData name="Isaias Recio Burgos" userId="e3f9e677e02f991b" providerId="Windows Live" clId="Web-{EEBC76FF-878F-D47B-84D1-2E1866F1E316}"/>
    <pc:docChg chg="addSld modSld sldOrd">
      <pc:chgData name="Isaias Recio Burgos" userId="e3f9e677e02f991b" providerId="Windows Live" clId="Web-{EEBC76FF-878F-D47B-84D1-2E1866F1E316}" dt="2026-04-08T22:14:20.981" v="605" actId="20577"/>
      <pc:docMkLst>
        <pc:docMk/>
      </pc:docMkLst>
      <pc:sldChg chg="addSp modSp">
        <pc:chgData name="Isaias Recio Burgos" userId="e3f9e677e02f991b" providerId="Windows Live" clId="Web-{EEBC76FF-878F-D47B-84D1-2E1866F1E316}" dt="2026-04-08T21:43:45.745" v="8" actId="20577"/>
        <pc:sldMkLst>
          <pc:docMk/>
          <pc:sldMk cId="2406273178" sldId="256"/>
        </pc:sldMkLst>
        <pc:spChg chg="add">
          <ac:chgData name="Isaias Recio Burgos" userId="e3f9e677e02f991b" providerId="Windows Live" clId="Web-{EEBC76FF-878F-D47B-84D1-2E1866F1E316}" dt="2026-04-08T21:43:07.604" v="0"/>
          <ac:spMkLst>
            <pc:docMk/>
            <pc:sldMk cId="2406273178" sldId="256"/>
            <ac:spMk id="4" creationId="{321B6BA5-16D2-7AAA-9E18-60D843FE4D5C}"/>
          </ac:spMkLst>
        </pc:spChg>
        <pc:spChg chg="add mod">
          <ac:chgData name="Isaias Recio Burgos" userId="e3f9e677e02f991b" providerId="Windows Live" clId="Web-{EEBC76FF-878F-D47B-84D1-2E1866F1E316}" dt="2026-04-08T21:43:45.745" v="8" actId="20577"/>
          <ac:spMkLst>
            <pc:docMk/>
            <pc:sldMk cId="2406273178" sldId="256"/>
            <ac:spMk id="5" creationId="{5A686645-1057-F870-9150-08651ED0EE5A}"/>
          </ac:spMkLst>
        </pc:spChg>
        <pc:picChg chg="add">
          <ac:chgData name="Isaias Recio Burgos" userId="e3f9e677e02f991b" providerId="Windows Live" clId="Web-{EEBC76FF-878F-D47B-84D1-2E1866F1E316}" dt="2026-04-08T21:43:07.604" v="0"/>
          <ac:picMkLst>
            <pc:docMk/>
            <pc:sldMk cId="2406273178" sldId="256"/>
            <ac:picMk id="6" creationId="{A4CF9ECD-6423-E2C7-BE7A-187189C1CEE1}"/>
          </ac:picMkLst>
        </pc:picChg>
        <pc:picChg chg="add">
          <ac:chgData name="Isaias Recio Burgos" userId="e3f9e677e02f991b" providerId="Windows Live" clId="Web-{EEBC76FF-878F-D47B-84D1-2E1866F1E316}" dt="2026-04-08T21:43:07.604" v="0"/>
          <ac:picMkLst>
            <pc:docMk/>
            <pc:sldMk cId="2406273178" sldId="256"/>
            <ac:picMk id="7" creationId="{ECB6CDCF-FB8E-0F2C-E728-CB1F45A8F275}"/>
          </ac:picMkLst>
        </pc:picChg>
      </pc:sldChg>
      <pc:sldChg chg="addSp modSp new mod setBg">
        <pc:chgData name="Isaias Recio Burgos" userId="e3f9e677e02f991b" providerId="Windows Live" clId="Web-{EEBC76FF-878F-D47B-84D1-2E1866F1E316}" dt="2026-04-08T21:48:22.922" v="112"/>
        <pc:sldMkLst>
          <pc:docMk/>
          <pc:sldMk cId="791720744" sldId="257"/>
        </pc:sldMkLst>
        <pc:spChg chg="mo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2" creationId="{58490248-6BA9-2C85-5FA4-3F51CC0B8987}"/>
          </ac:spMkLst>
        </pc:spChg>
        <pc:spChg chg="mo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3" creationId="{2DCA22FA-E198-2640-E12E-2F320943F41C}"/>
          </ac:spMkLst>
        </pc:spChg>
        <pc:spChg chg="ad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9" creationId="{665DBBEF-238B-476B-96AB-8AAC3224ECEA}"/>
          </ac:spMkLst>
        </pc:spChg>
        <pc:spChg chg="add">
          <ac:chgData name="Isaias Recio Burgos" userId="e3f9e677e02f991b" providerId="Windows Live" clId="Web-{EEBC76FF-878F-D47B-84D1-2E1866F1E316}" dt="2026-04-08T21:48:22.922" v="112"/>
          <ac:spMkLst>
            <pc:docMk/>
            <pc:sldMk cId="791720744" sldId="257"/>
            <ac:spMk id="11" creationId="{3FCFB1DE-0B7E-48CC-BA90-B2AB0889F9D6}"/>
          </ac:spMkLst>
        </pc:spChg>
        <pc:picChg chg="add mod">
          <ac:chgData name="Isaias Recio Burgos" userId="e3f9e677e02f991b" providerId="Windows Live" clId="Web-{EEBC76FF-878F-D47B-84D1-2E1866F1E316}" dt="2026-04-08T21:48:22.922" v="112"/>
          <ac:picMkLst>
            <pc:docMk/>
            <pc:sldMk cId="791720744" sldId="257"/>
            <ac:picMk id="4" creationId="{DBF52D59-5459-FCA1-44C3-827A450B3CC2}"/>
          </ac:picMkLst>
        </pc:picChg>
      </pc:sldChg>
      <pc:sldChg chg="addSp delSp modSp new mod setBg">
        <pc:chgData name="Isaias Recio Burgos" userId="e3f9e677e02f991b" providerId="Windows Live" clId="Web-{EEBC76FF-878F-D47B-84D1-2E1866F1E316}" dt="2026-04-08T21:51:50.722" v="163" actId="20577"/>
        <pc:sldMkLst>
          <pc:docMk/>
          <pc:sldMk cId="1785396244" sldId="258"/>
        </pc:sldMkLst>
        <pc:spChg chg="mod">
          <ac:chgData name="Isaias Recio Burgos" userId="e3f9e677e02f991b" providerId="Windows Live" clId="Web-{EEBC76FF-878F-D47B-84D1-2E1866F1E316}" dt="2026-04-08T21:51:50.722" v="163" actId="20577"/>
          <ac:spMkLst>
            <pc:docMk/>
            <pc:sldMk cId="1785396244" sldId="258"/>
            <ac:spMk id="2" creationId="{8B5E5773-9F24-71D3-E668-F0BB89F83428}"/>
          </ac:spMkLst>
        </pc:spChg>
        <pc:spChg chg="mod">
          <ac:chgData name="Isaias Recio Burgos" userId="e3f9e677e02f991b" providerId="Windows Live" clId="Web-{EEBC76FF-878F-D47B-84D1-2E1866F1E316}" dt="2026-04-08T21:51:32.377" v="162"/>
          <ac:spMkLst>
            <pc:docMk/>
            <pc:sldMk cId="1785396244" sldId="258"/>
            <ac:spMk id="3" creationId="{0CDA1F1F-2BC5-AE74-9C9D-0A4DC313472F}"/>
          </ac:spMkLst>
        </pc:spChg>
        <pc:spChg chg="add del">
          <ac:chgData name="Isaias Recio Burgos" userId="e3f9e677e02f991b" providerId="Windows Live" clId="Web-{EEBC76FF-878F-D47B-84D1-2E1866F1E316}" dt="2026-04-08T21:51:32.362" v="161"/>
          <ac:spMkLst>
            <pc:docMk/>
            <pc:sldMk cId="1785396244" sldId="258"/>
            <ac:spMk id="9" creationId="{665DBBEF-238B-476B-96AB-8AAC3224ECEA}"/>
          </ac:spMkLst>
        </pc:spChg>
        <pc:spChg chg="add del">
          <ac:chgData name="Isaias Recio Burgos" userId="e3f9e677e02f991b" providerId="Windows Live" clId="Web-{EEBC76FF-878F-D47B-84D1-2E1866F1E316}" dt="2026-04-08T21:51:32.362" v="161"/>
          <ac:spMkLst>
            <pc:docMk/>
            <pc:sldMk cId="1785396244" sldId="258"/>
            <ac:spMk id="11" creationId="{3FCFB1DE-0B7E-48CC-BA90-B2AB0889F9D6}"/>
          </ac:spMkLst>
        </pc:spChg>
        <pc:spChg chg="add">
          <ac:chgData name="Isaias Recio Burgos" userId="e3f9e677e02f991b" providerId="Windows Live" clId="Web-{EEBC76FF-878F-D47B-84D1-2E1866F1E316}" dt="2026-04-08T21:51:32.377" v="162"/>
          <ac:spMkLst>
            <pc:docMk/>
            <pc:sldMk cId="1785396244" sldId="258"/>
            <ac:spMk id="13" creationId="{3C54F4CE-85F0-46ED-80DA-9518C9251AD1}"/>
          </ac:spMkLst>
        </pc:spChg>
        <pc:spChg chg="add">
          <ac:chgData name="Isaias Recio Burgos" userId="e3f9e677e02f991b" providerId="Windows Live" clId="Web-{EEBC76FF-878F-D47B-84D1-2E1866F1E316}" dt="2026-04-08T21:51:32.377" v="162"/>
          <ac:spMkLst>
            <pc:docMk/>
            <pc:sldMk cId="1785396244" sldId="258"/>
            <ac:spMk id="14" creationId="{DADD1FCA-8ACB-4958-81DD-4CDD6D3E1921}"/>
          </ac:spMkLst>
        </pc:spChg>
        <pc:picChg chg="add mod">
          <ac:chgData name="Isaias Recio Burgos" userId="e3f9e677e02f991b" providerId="Windows Live" clId="Web-{EEBC76FF-878F-D47B-84D1-2E1866F1E316}" dt="2026-04-08T21:51:32.377" v="162"/>
          <ac:picMkLst>
            <pc:docMk/>
            <pc:sldMk cId="1785396244" sldId="258"/>
            <ac:picMk id="4" creationId="{A08F44BC-B695-4D4A-31DF-531E0D80539D}"/>
          </ac:picMkLst>
        </pc:picChg>
      </pc:sldChg>
      <pc:sldChg chg="addSp modSp new mod setBg">
        <pc:chgData name="Isaias Recio Burgos" userId="e3f9e677e02f991b" providerId="Windows Live" clId="Web-{EEBC76FF-878F-D47B-84D1-2E1866F1E316}" dt="2026-04-08T21:56:32.375" v="270"/>
        <pc:sldMkLst>
          <pc:docMk/>
          <pc:sldMk cId="2409804333" sldId="259"/>
        </pc:sldMkLst>
        <pc:spChg chg="mo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2" creationId="{4E789B42-31C2-3C9A-B5C1-489E4592C3F8}"/>
          </ac:spMkLst>
        </pc:spChg>
        <pc:spChg chg="mo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3" creationId="{113E6990-9EDC-9811-F38F-4C0FE148855F}"/>
          </ac:spMkLst>
        </pc:spChg>
        <pc:spChg chg="ad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9" creationId="{F13C74B1-5B17-4795-BED0-7140497B445A}"/>
          </ac:spMkLst>
        </pc:spChg>
        <pc:spChg chg="add">
          <ac:chgData name="Isaias Recio Burgos" userId="e3f9e677e02f991b" providerId="Windows Live" clId="Web-{EEBC76FF-878F-D47B-84D1-2E1866F1E316}" dt="2026-04-08T21:56:32.375" v="270"/>
          <ac:spMkLst>
            <pc:docMk/>
            <pc:sldMk cId="2409804333" sldId="259"/>
            <ac:spMk id="11" creationId="{D4974D33-8DC5-464E-8C6D-BE58F0669C17}"/>
          </ac:spMkLst>
        </pc:spChg>
        <pc:picChg chg="add mod">
          <ac:chgData name="Isaias Recio Burgos" userId="e3f9e677e02f991b" providerId="Windows Live" clId="Web-{EEBC76FF-878F-D47B-84D1-2E1866F1E316}" dt="2026-04-08T21:56:32.375" v="270"/>
          <ac:picMkLst>
            <pc:docMk/>
            <pc:sldMk cId="2409804333" sldId="259"/>
            <ac:picMk id="4" creationId="{DFA4E7F0-E2FE-3EE6-7F5C-E1E0CF8A512A}"/>
          </ac:picMkLst>
        </pc:picChg>
      </pc:sldChg>
      <pc:sldChg chg="addSp delSp modSp new mod setBg">
        <pc:chgData name="Isaias Recio Burgos" userId="e3f9e677e02f991b" providerId="Windows Live" clId="Web-{EEBC76FF-878F-D47B-84D1-2E1866F1E316}" dt="2026-04-08T22:07:28.508" v="401" actId="1076"/>
        <pc:sldMkLst>
          <pc:docMk/>
          <pc:sldMk cId="1050926190" sldId="260"/>
        </pc:sldMkLst>
        <pc:spChg chg="mod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2" creationId="{AD090E73-B3A5-244B-4727-6F6809558426}"/>
          </ac:spMkLst>
        </pc:spChg>
        <pc:spChg chg="mod">
          <ac:chgData name="Isaias Recio Burgos" userId="e3f9e677e02f991b" providerId="Windows Live" clId="Web-{EEBC76FF-878F-D47B-84D1-2E1866F1E316}" dt="2026-04-08T22:07:15.148" v="400" actId="20577"/>
          <ac:spMkLst>
            <pc:docMk/>
            <pc:sldMk cId="1050926190" sldId="260"/>
            <ac:spMk id="3" creationId="{92B578FB-C33D-E290-3CB4-4047D25532BD}"/>
          </ac:spMkLst>
        </pc:spChg>
        <pc:spChg chg="add del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9" creationId="{7FF47CB7-972F-479F-A36D-9E72D26EC8DA}"/>
          </ac:spMkLst>
        </pc:spChg>
        <pc:spChg chg="add del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11" creationId="{0D153B68-5844-490D-8E67-F616D6D721CA}"/>
          </ac:spMkLst>
        </pc:spChg>
        <pc:spChg chg="add del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13" creationId="{9A0D773F-7A7D-4DBB-9DEA-86BB8B8F4BC8}"/>
          </ac:spMkLst>
        </pc:spChg>
        <pc:spChg chg="add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18" creationId="{352BEC0E-22F8-46D0-9632-375DB541B06C}"/>
          </ac:spMkLst>
        </pc:spChg>
        <pc:spChg chg="add">
          <ac:chgData name="Isaias Recio Burgos" userId="e3f9e677e02f991b" providerId="Windows Live" clId="Web-{EEBC76FF-878F-D47B-84D1-2E1866F1E316}" dt="2026-04-08T22:02:25.961" v="367"/>
          <ac:spMkLst>
            <pc:docMk/>
            <pc:sldMk cId="1050926190" sldId="260"/>
            <ac:spMk id="20" creationId="{3FCFB1DE-0B7E-48CC-BA90-B2AB0889F9D6}"/>
          </ac:spMkLst>
        </pc:spChg>
        <pc:picChg chg="add mod">
          <ac:chgData name="Isaias Recio Burgos" userId="e3f9e677e02f991b" providerId="Windows Live" clId="Web-{EEBC76FF-878F-D47B-84D1-2E1866F1E316}" dt="2026-04-08T22:06:21.127" v="398" actId="1076"/>
          <ac:picMkLst>
            <pc:docMk/>
            <pc:sldMk cId="1050926190" sldId="260"/>
            <ac:picMk id="4" creationId="{CF0830EA-7605-B5A4-CAF6-05AD5CE6E160}"/>
          </ac:picMkLst>
        </pc:picChg>
        <pc:picChg chg="add del mod">
          <ac:chgData name="Isaias Recio Burgos" userId="e3f9e677e02f991b" providerId="Windows Live" clId="Web-{EEBC76FF-878F-D47B-84D1-2E1866F1E316}" dt="2026-04-08T22:05:56.577" v="395"/>
          <ac:picMkLst>
            <pc:docMk/>
            <pc:sldMk cId="1050926190" sldId="260"/>
            <ac:picMk id="5" creationId="{B1A44BBC-B6DF-1F78-3666-4FDDDE8329D6}"/>
          </ac:picMkLst>
        </pc:picChg>
        <pc:picChg chg="add mod">
          <ac:chgData name="Isaias Recio Burgos" userId="e3f9e677e02f991b" providerId="Windows Live" clId="Web-{EEBC76FF-878F-D47B-84D1-2E1866F1E316}" dt="2026-04-08T22:07:28.508" v="401" actId="1076"/>
          <ac:picMkLst>
            <pc:docMk/>
            <pc:sldMk cId="1050926190" sldId="260"/>
            <ac:picMk id="6" creationId="{9DA33693-B32B-1EED-24A2-FDA610D2919C}"/>
          </ac:picMkLst>
        </pc:picChg>
      </pc:sldChg>
      <pc:sldChg chg="addSp delSp modSp new mod setBg">
        <pc:chgData name="Isaias Recio Burgos" userId="e3f9e677e02f991b" providerId="Windows Live" clId="Web-{EEBC76FF-878F-D47B-84D1-2E1866F1E316}" dt="2026-04-08T22:09:32.939" v="470"/>
        <pc:sldMkLst>
          <pc:docMk/>
          <pc:sldMk cId="651542652" sldId="261"/>
        </pc:sldMkLst>
        <pc:spChg chg="mo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2" creationId="{8A122104-05CF-331A-D92E-D58F1F2274CD}"/>
          </ac:spMkLst>
        </pc:spChg>
        <pc:spChg chg="mo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3" creationId="{DC86A857-938C-704C-3E87-304EF473F47B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9" creationId="{A8384FB5-9ADC-4DDC-881B-597D56F5B15D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1" creationId="{91E5A9A7-95C6-4F4F-B00E-C82E07FE62EF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3" creationId="{D07DD2DE-F619-49DD-B5E7-03A290FF4ED1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5" creationId="{85149191-5F60-4A28-AAFF-039F96B0F3EC}"/>
          </ac:spMkLst>
        </pc:spChg>
        <pc:spChg chg="add del">
          <ac:chgData name="Isaias Recio Burgos" userId="e3f9e677e02f991b" providerId="Windows Live" clId="Web-{EEBC76FF-878F-D47B-84D1-2E1866F1E316}" dt="2026-04-08T22:09:32.939" v="469"/>
          <ac:spMkLst>
            <pc:docMk/>
            <pc:sldMk cId="651542652" sldId="261"/>
            <ac:spMk id="17" creationId="{F8260ED5-17F7-4158-B241-D51DD4CF1B7E}"/>
          </ac:spMkLst>
        </pc:spChg>
        <pc:spChg chg="ad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19" creationId="{2B97F24A-32CE-4C1C-A50D-3016B394DCFB}"/>
          </ac:spMkLst>
        </pc:spChg>
        <pc:spChg chg="add">
          <ac:chgData name="Isaias Recio Burgos" userId="e3f9e677e02f991b" providerId="Windows Live" clId="Web-{EEBC76FF-878F-D47B-84D1-2E1866F1E316}" dt="2026-04-08T22:09:32.939" v="470"/>
          <ac:spMkLst>
            <pc:docMk/>
            <pc:sldMk cId="651542652" sldId="261"/>
            <ac:spMk id="20" creationId="{CD8B4F24-440B-49E9-B85D-733523DC064B}"/>
          </ac:spMkLst>
        </pc:spChg>
        <pc:picChg chg="add mod">
          <ac:chgData name="Isaias Recio Burgos" userId="e3f9e677e02f991b" providerId="Windows Live" clId="Web-{EEBC76FF-878F-D47B-84D1-2E1866F1E316}" dt="2026-04-08T22:09:32.939" v="470"/>
          <ac:picMkLst>
            <pc:docMk/>
            <pc:sldMk cId="651542652" sldId="261"/>
            <ac:picMk id="4" creationId="{0C196B8E-6429-574E-3346-19A1B41610C1}"/>
          </ac:picMkLst>
        </pc:picChg>
      </pc:sldChg>
      <pc:sldChg chg="modSp new ord">
        <pc:chgData name="Isaias Recio Burgos" userId="e3f9e677e02f991b" providerId="Windows Live" clId="Web-{EEBC76FF-878F-D47B-84D1-2E1866F1E316}" dt="2026-04-08T22:14:20.981" v="605" actId="20577"/>
        <pc:sldMkLst>
          <pc:docMk/>
          <pc:sldMk cId="2811433046" sldId="262"/>
        </pc:sldMkLst>
        <pc:spChg chg="mod">
          <ac:chgData name="Isaias Recio Burgos" userId="e3f9e677e02f991b" providerId="Windows Live" clId="Web-{EEBC76FF-878F-D47B-84D1-2E1866F1E316}" dt="2026-04-08T22:13:23.604" v="566" actId="20577"/>
          <ac:spMkLst>
            <pc:docMk/>
            <pc:sldMk cId="2811433046" sldId="262"/>
            <ac:spMk id="2" creationId="{4C627AF2-3867-B78F-B506-CDABE642F69B}"/>
          </ac:spMkLst>
        </pc:spChg>
        <pc:spChg chg="mod">
          <ac:chgData name="Isaias Recio Burgos" userId="e3f9e677e02f991b" providerId="Windows Live" clId="Web-{EEBC76FF-878F-D47B-84D1-2E1866F1E316}" dt="2026-04-08T22:14:20.981" v="605" actId="20577"/>
          <ac:spMkLst>
            <pc:docMk/>
            <pc:sldMk cId="2811433046" sldId="262"/>
            <ac:spMk id="3" creationId="{37C8C8AC-9A33-057E-38B6-38C3251E760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788FD-8C45-4A26-B3E5-8ACAD2454FDE}" type="doc">
      <dgm:prSet loTypeId="urn:microsoft.com/office/officeart/2005/8/layout/cycle8" loCatId="cycle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3F4E3FB-D137-4D6D-8B1A-32FF99B5A422}">
      <dgm:prSet/>
      <dgm:spPr/>
      <dgm:t>
        <a:bodyPr/>
        <a:lstStyle/>
        <a:p>
          <a:r>
            <a:rPr lang="es-ES"/>
            <a:t>Utilización  de F12</a:t>
          </a:r>
          <a:endParaRPr lang="en-US"/>
        </a:p>
      </dgm:t>
    </dgm:pt>
    <dgm:pt modelId="{F1A59D06-19C3-49D1-AC56-B0A8053BCF9E}" type="parTrans" cxnId="{24278372-78EC-4BEA-B0AC-ECC938FC7AED}">
      <dgm:prSet/>
      <dgm:spPr/>
      <dgm:t>
        <a:bodyPr/>
        <a:lstStyle/>
        <a:p>
          <a:endParaRPr lang="en-US"/>
        </a:p>
      </dgm:t>
    </dgm:pt>
    <dgm:pt modelId="{663F139C-BD53-48C5-A71B-DFFB4D95E434}" type="sibTrans" cxnId="{24278372-78EC-4BEA-B0AC-ECC938FC7AED}">
      <dgm:prSet/>
      <dgm:spPr/>
      <dgm:t>
        <a:bodyPr/>
        <a:lstStyle/>
        <a:p>
          <a:endParaRPr lang="en-US"/>
        </a:p>
      </dgm:t>
    </dgm:pt>
    <dgm:pt modelId="{0F28B7C4-6CFB-4DF6-BD41-2A33BC3A5ED4}">
      <dgm:prSet/>
      <dgm:spPr/>
      <dgm:t>
        <a:bodyPr/>
        <a:lstStyle/>
        <a:p>
          <a:r>
            <a:rPr lang="es-ES"/>
            <a:t>Ver vulnerabilidades de diseño de pagina </a:t>
          </a:r>
          <a:endParaRPr lang="en-US"/>
        </a:p>
      </dgm:t>
    </dgm:pt>
    <dgm:pt modelId="{7EC28CC0-3AE7-4957-927B-B8C50017D8CF}" type="parTrans" cxnId="{F3051D9E-9E50-4BC2-9D58-B2FD3488C799}">
      <dgm:prSet/>
      <dgm:spPr/>
      <dgm:t>
        <a:bodyPr/>
        <a:lstStyle/>
        <a:p>
          <a:endParaRPr lang="en-US"/>
        </a:p>
      </dgm:t>
    </dgm:pt>
    <dgm:pt modelId="{9D20D114-E571-443E-B983-F7CAD173AC67}" type="sibTrans" cxnId="{F3051D9E-9E50-4BC2-9D58-B2FD3488C799}">
      <dgm:prSet/>
      <dgm:spPr/>
      <dgm:t>
        <a:bodyPr/>
        <a:lstStyle/>
        <a:p>
          <a:endParaRPr lang="en-US"/>
        </a:p>
      </dgm:t>
    </dgm:pt>
    <dgm:pt modelId="{AC3E46AC-E6DA-49F8-9800-7398354ADED9}">
      <dgm:prSet/>
      <dgm:spPr/>
      <dgm:t>
        <a:bodyPr/>
        <a:lstStyle/>
        <a:p>
          <a:r>
            <a:rPr lang="es-ES"/>
            <a:t>Entrar a la página fuente</a:t>
          </a:r>
          <a:endParaRPr lang="en-US"/>
        </a:p>
      </dgm:t>
    </dgm:pt>
    <dgm:pt modelId="{7DFE3B04-2490-47DA-AAE8-6C39F2D7B656}" type="parTrans" cxnId="{3D83853F-888E-4846-92FF-61E743C7D547}">
      <dgm:prSet/>
      <dgm:spPr/>
      <dgm:t>
        <a:bodyPr/>
        <a:lstStyle/>
        <a:p>
          <a:endParaRPr lang="en-US"/>
        </a:p>
      </dgm:t>
    </dgm:pt>
    <dgm:pt modelId="{972883E8-806F-4E62-93B3-4C9603F9C58A}" type="sibTrans" cxnId="{3D83853F-888E-4846-92FF-61E743C7D547}">
      <dgm:prSet/>
      <dgm:spPr/>
      <dgm:t>
        <a:bodyPr/>
        <a:lstStyle/>
        <a:p>
          <a:endParaRPr lang="en-US"/>
        </a:p>
      </dgm:t>
    </dgm:pt>
    <dgm:pt modelId="{111DD8C3-5CA0-4CDD-9EFE-76A6EA8CDB67}">
      <dgm:prSet/>
      <dgm:spPr/>
      <dgm:t>
        <a:bodyPr/>
        <a:lstStyle/>
        <a:p>
          <a:r>
            <a:rPr lang="es-ES"/>
            <a:t>Buscar en la consola </a:t>
          </a:r>
          <a:endParaRPr lang="en-US"/>
        </a:p>
      </dgm:t>
    </dgm:pt>
    <dgm:pt modelId="{5970D170-A4B4-4EE3-8711-0A2A772A31ED}" type="parTrans" cxnId="{E6E489FB-6167-4238-837A-80FCD78B8386}">
      <dgm:prSet/>
      <dgm:spPr/>
      <dgm:t>
        <a:bodyPr/>
        <a:lstStyle/>
        <a:p>
          <a:endParaRPr lang="en-US"/>
        </a:p>
      </dgm:t>
    </dgm:pt>
    <dgm:pt modelId="{4E9ED89C-0458-40D4-8F82-D39E35118A56}" type="sibTrans" cxnId="{E6E489FB-6167-4238-837A-80FCD78B8386}">
      <dgm:prSet/>
      <dgm:spPr/>
      <dgm:t>
        <a:bodyPr/>
        <a:lstStyle/>
        <a:p>
          <a:endParaRPr lang="en-US"/>
        </a:p>
      </dgm:t>
    </dgm:pt>
    <dgm:pt modelId="{DA2F9960-07A8-4A00-BB46-2D1692C10A56}">
      <dgm:prSet/>
      <dgm:spPr/>
      <dgm:t>
        <a:bodyPr/>
        <a:lstStyle/>
        <a:p>
          <a:r>
            <a:rPr lang="es-ES"/>
            <a:t>Codigo para cambiar a administrador</a:t>
          </a:r>
          <a:endParaRPr lang="en-US"/>
        </a:p>
      </dgm:t>
    </dgm:pt>
    <dgm:pt modelId="{318BFF1A-C41A-447B-9369-2292BED938BB}" type="parTrans" cxnId="{19CFBDCF-D7D8-48D7-9096-FF4B310CE054}">
      <dgm:prSet/>
      <dgm:spPr/>
      <dgm:t>
        <a:bodyPr/>
        <a:lstStyle/>
        <a:p>
          <a:endParaRPr lang="en-US"/>
        </a:p>
      </dgm:t>
    </dgm:pt>
    <dgm:pt modelId="{1B03F980-4D95-4B29-976D-5CE1AB6CC6ED}" type="sibTrans" cxnId="{19CFBDCF-D7D8-48D7-9096-FF4B310CE054}">
      <dgm:prSet/>
      <dgm:spPr/>
      <dgm:t>
        <a:bodyPr/>
        <a:lstStyle/>
        <a:p>
          <a:endParaRPr lang="en-US"/>
        </a:p>
      </dgm:t>
    </dgm:pt>
    <dgm:pt modelId="{51BCD8F0-1FC5-4211-9D88-6D6520BCD1DD}" type="pres">
      <dgm:prSet presAssocID="{22D788FD-8C45-4A26-B3E5-8ACAD2454FDE}" presName="compositeShape" presStyleCnt="0">
        <dgm:presLayoutVars>
          <dgm:chMax val="7"/>
          <dgm:dir/>
          <dgm:resizeHandles val="exact"/>
        </dgm:presLayoutVars>
      </dgm:prSet>
      <dgm:spPr/>
    </dgm:pt>
    <dgm:pt modelId="{1F95F414-D3FD-4F9E-A4E1-BCE4A94A746C}" type="pres">
      <dgm:prSet presAssocID="{22D788FD-8C45-4A26-B3E5-8ACAD2454FDE}" presName="wedge1" presStyleLbl="node1" presStyleIdx="0" presStyleCnt="5"/>
      <dgm:spPr/>
    </dgm:pt>
    <dgm:pt modelId="{6D1BB740-D084-4E32-8091-B3A876531B25}" type="pres">
      <dgm:prSet presAssocID="{22D788FD-8C45-4A26-B3E5-8ACAD2454FDE}" presName="dummy1a" presStyleCnt="0"/>
      <dgm:spPr/>
    </dgm:pt>
    <dgm:pt modelId="{C77AA49C-A446-474D-A744-995D059CC048}" type="pres">
      <dgm:prSet presAssocID="{22D788FD-8C45-4A26-B3E5-8ACAD2454FDE}" presName="dummy1b" presStyleCnt="0"/>
      <dgm:spPr/>
    </dgm:pt>
    <dgm:pt modelId="{965AEF1C-9B60-46A9-8D81-3EAC21DA483C}" type="pres">
      <dgm:prSet presAssocID="{22D788FD-8C45-4A26-B3E5-8ACAD2454FDE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D9BCE21-C530-4D72-AFB5-4AAADBF7B594}" type="pres">
      <dgm:prSet presAssocID="{22D788FD-8C45-4A26-B3E5-8ACAD2454FDE}" presName="wedge2" presStyleLbl="node1" presStyleIdx="1" presStyleCnt="5"/>
      <dgm:spPr/>
    </dgm:pt>
    <dgm:pt modelId="{7B624B6C-D8B7-4675-8602-B8DCFF6B2980}" type="pres">
      <dgm:prSet presAssocID="{22D788FD-8C45-4A26-B3E5-8ACAD2454FDE}" presName="dummy2a" presStyleCnt="0"/>
      <dgm:spPr/>
    </dgm:pt>
    <dgm:pt modelId="{00230D1C-C8C2-4732-8A5A-F53702FFD17C}" type="pres">
      <dgm:prSet presAssocID="{22D788FD-8C45-4A26-B3E5-8ACAD2454FDE}" presName="dummy2b" presStyleCnt="0"/>
      <dgm:spPr/>
    </dgm:pt>
    <dgm:pt modelId="{1F7393BB-244A-4668-981A-1F2320133840}" type="pres">
      <dgm:prSet presAssocID="{22D788FD-8C45-4A26-B3E5-8ACAD2454FDE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C066601-ABE2-410A-B27A-3BD2C83EE0BB}" type="pres">
      <dgm:prSet presAssocID="{22D788FD-8C45-4A26-B3E5-8ACAD2454FDE}" presName="wedge3" presStyleLbl="node1" presStyleIdx="2" presStyleCnt="5"/>
      <dgm:spPr/>
    </dgm:pt>
    <dgm:pt modelId="{61F18429-B8C6-426C-B96F-AA14ED0B52B0}" type="pres">
      <dgm:prSet presAssocID="{22D788FD-8C45-4A26-B3E5-8ACAD2454FDE}" presName="dummy3a" presStyleCnt="0"/>
      <dgm:spPr/>
    </dgm:pt>
    <dgm:pt modelId="{17B0BDF2-E850-42A3-9313-F9CDCA16310A}" type="pres">
      <dgm:prSet presAssocID="{22D788FD-8C45-4A26-B3E5-8ACAD2454FDE}" presName="dummy3b" presStyleCnt="0"/>
      <dgm:spPr/>
    </dgm:pt>
    <dgm:pt modelId="{35323A4C-13F9-4061-BD91-552C0892031A}" type="pres">
      <dgm:prSet presAssocID="{22D788FD-8C45-4A26-B3E5-8ACAD2454FDE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C99FFB4-3C6C-44D1-BAC6-71847A5F152A}" type="pres">
      <dgm:prSet presAssocID="{22D788FD-8C45-4A26-B3E5-8ACAD2454FDE}" presName="wedge4" presStyleLbl="node1" presStyleIdx="3" presStyleCnt="5"/>
      <dgm:spPr/>
    </dgm:pt>
    <dgm:pt modelId="{69F39824-C041-43EE-9516-DFA6F54F23EC}" type="pres">
      <dgm:prSet presAssocID="{22D788FD-8C45-4A26-B3E5-8ACAD2454FDE}" presName="dummy4a" presStyleCnt="0"/>
      <dgm:spPr/>
    </dgm:pt>
    <dgm:pt modelId="{D0228665-AED2-408A-A911-4133A3175382}" type="pres">
      <dgm:prSet presAssocID="{22D788FD-8C45-4A26-B3E5-8ACAD2454FDE}" presName="dummy4b" presStyleCnt="0"/>
      <dgm:spPr/>
    </dgm:pt>
    <dgm:pt modelId="{2F9DE3EC-C4F0-4228-B5C3-A711452F2DF1}" type="pres">
      <dgm:prSet presAssocID="{22D788FD-8C45-4A26-B3E5-8ACAD2454FDE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7F186A9-4A41-477C-B590-D2385A9F1394}" type="pres">
      <dgm:prSet presAssocID="{22D788FD-8C45-4A26-B3E5-8ACAD2454FDE}" presName="wedge5" presStyleLbl="node1" presStyleIdx="4" presStyleCnt="5"/>
      <dgm:spPr/>
    </dgm:pt>
    <dgm:pt modelId="{52E2501F-3E12-4140-8608-6A6BF8183FE2}" type="pres">
      <dgm:prSet presAssocID="{22D788FD-8C45-4A26-B3E5-8ACAD2454FDE}" presName="dummy5a" presStyleCnt="0"/>
      <dgm:spPr/>
    </dgm:pt>
    <dgm:pt modelId="{E9C3A2C7-100B-4DB9-9A28-8CACB17614EE}" type="pres">
      <dgm:prSet presAssocID="{22D788FD-8C45-4A26-B3E5-8ACAD2454FDE}" presName="dummy5b" presStyleCnt="0"/>
      <dgm:spPr/>
    </dgm:pt>
    <dgm:pt modelId="{B18F28AA-481B-4931-A987-C5A424E2EB82}" type="pres">
      <dgm:prSet presAssocID="{22D788FD-8C45-4A26-B3E5-8ACAD2454FDE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4176A5FC-CA57-4B6B-A251-8E055D6F3DEC}" type="pres">
      <dgm:prSet presAssocID="{663F139C-BD53-48C5-A71B-DFFB4D95E434}" presName="arrowWedge1" presStyleLbl="fgSibTrans2D1" presStyleIdx="0" presStyleCnt="5"/>
      <dgm:spPr/>
    </dgm:pt>
    <dgm:pt modelId="{EA667424-BF84-46DB-B2CA-54584E932F0C}" type="pres">
      <dgm:prSet presAssocID="{9D20D114-E571-443E-B983-F7CAD173AC67}" presName="arrowWedge2" presStyleLbl="fgSibTrans2D1" presStyleIdx="1" presStyleCnt="5"/>
      <dgm:spPr/>
    </dgm:pt>
    <dgm:pt modelId="{94E3B1DF-0CB4-4E75-AB20-6060F0EAC550}" type="pres">
      <dgm:prSet presAssocID="{972883E8-806F-4E62-93B3-4C9603F9C58A}" presName="arrowWedge3" presStyleLbl="fgSibTrans2D1" presStyleIdx="2" presStyleCnt="5"/>
      <dgm:spPr/>
    </dgm:pt>
    <dgm:pt modelId="{C335122B-991F-4BF8-9373-BCB3D6BDB18F}" type="pres">
      <dgm:prSet presAssocID="{4E9ED89C-0458-40D4-8F82-D39E35118A56}" presName="arrowWedge4" presStyleLbl="fgSibTrans2D1" presStyleIdx="3" presStyleCnt="5"/>
      <dgm:spPr/>
    </dgm:pt>
    <dgm:pt modelId="{274A36EF-05D0-403E-B2AF-C35783891ED5}" type="pres">
      <dgm:prSet presAssocID="{1B03F980-4D95-4B29-976D-5CE1AB6CC6ED}" presName="arrowWedge5" presStyleLbl="fgSibTrans2D1" presStyleIdx="4" presStyleCnt="5"/>
      <dgm:spPr/>
    </dgm:pt>
  </dgm:ptLst>
  <dgm:cxnLst>
    <dgm:cxn modelId="{4C88800B-99C5-42DF-91A8-B62DE7D3E82B}" type="presOf" srcId="{DA2F9960-07A8-4A00-BB46-2D1692C10A56}" destId="{97F186A9-4A41-477C-B590-D2385A9F1394}" srcOrd="0" destOrd="0" presId="urn:microsoft.com/office/officeart/2005/8/layout/cycle8"/>
    <dgm:cxn modelId="{519F981E-87D8-4108-A630-9B842E7D553B}" type="presOf" srcId="{111DD8C3-5CA0-4CDD-9EFE-76A6EA8CDB67}" destId="{2F9DE3EC-C4F0-4228-B5C3-A711452F2DF1}" srcOrd="1" destOrd="0" presId="urn:microsoft.com/office/officeart/2005/8/layout/cycle8"/>
    <dgm:cxn modelId="{8AD8F72B-7744-4CE8-B708-6AF93452BCD3}" type="presOf" srcId="{B3F4E3FB-D137-4D6D-8B1A-32FF99B5A422}" destId="{965AEF1C-9B60-46A9-8D81-3EAC21DA483C}" srcOrd="1" destOrd="0" presId="urn:microsoft.com/office/officeart/2005/8/layout/cycle8"/>
    <dgm:cxn modelId="{107C822E-04C0-4162-B771-A9C30BF19067}" type="presOf" srcId="{B3F4E3FB-D137-4D6D-8B1A-32FF99B5A422}" destId="{1F95F414-D3FD-4F9E-A4E1-BCE4A94A746C}" srcOrd="0" destOrd="0" presId="urn:microsoft.com/office/officeart/2005/8/layout/cycle8"/>
    <dgm:cxn modelId="{7834C33B-CD63-4702-BB86-5ADCF9764AED}" type="presOf" srcId="{AC3E46AC-E6DA-49F8-9800-7398354ADED9}" destId="{35323A4C-13F9-4061-BD91-552C0892031A}" srcOrd="1" destOrd="0" presId="urn:microsoft.com/office/officeart/2005/8/layout/cycle8"/>
    <dgm:cxn modelId="{3D83853F-888E-4846-92FF-61E743C7D547}" srcId="{22D788FD-8C45-4A26-B3E5-8ACAD2454FDE}" destId="{AC3E46AC-E6DA-49F8-9800-7398354ADED9}" srcOrd="2" destOrd="0" parTransId="{7DFE3B04-2490-47DA-AAE8-6C39F2D7B656}" sibTransId="{972883E8-806F-4E62-93B3-4C9603F9C58A}"/>
    <dgm:cxn modelId="{F7B78C4B-9B0C-4A59-9EF5-A3AB1EBC64BF}" type="presOf" srcId="{0F28B7C4-6CFB-4DF6-BD41-2A33BC3A5ED4}" destId="{6D9BCE21-C530-4D72-AFB5-4AAADBF7B594}" srcOrd="0" destOrd="0" presId="urn:microsoft.com/office/officeart/2005/8/layout/cycle8"/>
    <dgm:cxn modelId="{24278372-78EC-4BEA-B0AC-ECC938FC7AED}" srcId="{22D788FD-8C45-4A26-B3E5-8ACAD2454FDE}" destId="{B3F4E3FB-D137-4D6D-8B1A-32FF99B5A422}" srcOrd="0" destOrd="0" parTransId="{F1A59D06-19C3-49D1-AC56-B0A8053BCF9E}" sibTransId="{663F139C-BD53-48C5-A71B-DFFB4D95E434}"/>
    <dgm:cxn modelId="{6A23C397-445A-4EFD-98D1-B4180B6475EE}" type="presOf" srcId="{22D788FD-8C45-4A26-B3E5-8ACAD2454FDE}" destId="{51BCD8F0-1FC5-4211-9D88-6D6520BCD1DD}" srcOrd="0" destOrd="0" presId="urn:microsoft.com/office/officeart/2005/8/layout/cycle8"/>
    <dgm:cxn modelId="{F3051D9E-9E50-4BC2-9D58-B2FD3488C799}" srcId="{22D788FD-8C45-4A26-B3E5-8ACAD2454FDE}" destId="{0F28B7C4-6CFB-4DF6-BD41-2A33BC3A5ED4}" srcOrd="1" destOrd="0" parTransId="{7EC28CC0-3AE7-4957-927B-B8C50017D8CF}" sibTransId="{9D20D114-E571-443E-B983-F7CAD173AC67}"/>
    <dgm:cxn modelId="{378552B2-CB67-4F5A-A691-3A6C1AE41AD7}" type="presOf" srcId="{0F28B7C4-6CFB-4DF6-BD41-2A33BC3A5ED4}" destId="{1F7393BB-244A-4668-981A-1F2320133840}" srcOrd="1" destOrd="0" presId="urn:microsoft.com/office/officeart/2005/8/layout/cycle8"/>
    <dgm:cxn modelId="{3B7498B6-654B-4624-A3AB-37516AF86AA0}" type="presOf" srcId="{DA2F9960-07A8-4A00-BB46-2D1692C10A56}" destId="{B18F28AA-481B-4931-A987-C5A424E2EB82}" srcOrd="1" destOrd="0" presId="urn:microsoft.com/office/officeart/2005/8/layout/cycle8"/>
    <dgm:cxn modelId="{19CFBDCF-D7D8-48D7-9096-FF4B310CE054}" srcId="{22D788FD-8C45-4A26-B3E5-8ACAD2454FDE}" destId="{DA2F9960-07A8-4A00-BB46-2D1692C10A56}" srcOrd="4" destOrd="0" parTransId="{318BFF1A-C41A-447B-9369-2292BED938BB}" sibTransId="{1B03F980-4D95-4B29-976D-5CE1AB6CC6ED}"/>
    <dgm:cxn modelId="{639F7CE3-3F7C-4ECB-8B88-04A953A204E6}" type="presOf" srcId="{AC3E46AC-E6DA-49F8-9800-7398354ADED9}" destId="{DC066601-ABE2-410A-B27A-3BD2C83EE0BB}" srcOrd="0" destOrd="0" presId="urn:microsoft.com/office/officeart/2005/8/layout/cycle8"/>
    <dgm:cxn modelId="{024E59E4-6DD9-4AF8-BB20-A0284C28E744}" type="presOf" srcId="{111DD8C3-5CA0-4CDD-9EFE-76A6EA8CDB67}" destId="{EC99FFB4-3C6C-44D1-BAC6-71847A5F152A}" srcOrd="0" destOrd="0" presId="urn:microsoft.com/office/officeart/2005/8/layout/cycle8"/>
    <dgm:cxn modelId="{E6E489FB-6167-4238-837A-80FCD78B8386}" srcId="{22D788FD-8C45-4A26-B3E5-8ACAD2454FDE}" destId="{111DD8C3-5CA0-4CDD-9EFE-76A6EA8CDB67}" srcOrd="3" destOrd="0" parTransId="{5970D170-A4B4-4EE3-8711-0A2A772A31ED}" sibTransId="{4E9ED89C-0458-40D4-8F82-D39E35118A56}"/>
    <dgm:cxn modelId="{24AADDB1-107B-44D2-8818-E5252E2F5984}" type="presParOf" srcId="{51BCD8F0-1FC5-4211-9D88-6D6520BCD1DD}" destId="{1F95F414-D3FD-4F9E-A4E1-BCE4A94A746C}" srcOrd="0" destOrd="0" presId="urn:microsoft.com/office/officeart/2005/8/layout/cycle8"/>
    <dgm:cxn modelId="{156F481F-C7E6-415D-AA5D-7382C6C1D31E}" type="presParOf" srcId="{51BCD8F0-1FC5-4211-9D88-6D6520BCD1DD}" destId="{6D1BB740-D084-4E32-8091-B3A876531B25}" srcOrd="1" destOrd="0" presId="urn:microsoft.com/office/officeart/2005/8/layout/cycle8"/>
    <dgm:cxn modelId="{BA9F5061-A1DC-482A-9DE0-81F6F6FFAC08}" type="presParOf" srcId="{51BCD8F0-1FC5-4211-9D88-6D6520BCD1DD}" destId="{C77AA49C-A446-474D-A744-995D059CC048}" srcOrd="2" destOrd="0" presId="urn:microsoft.com/office/officeart/2005/8/layout/cycle8"/>
    <dgm:cxn modelId="{BAC2BE6F-19E1-4AAA-B69D-35908EA2732D}" type="presParOf" srcId="{51BCD8F0-1FC5-4211-9D88-6D6520BCD1DD}" destId="{965AEF1C-9B60-46A9-8D81-3EAC21DA483C}" srcOrd="3" destOrd="0" presId="urn:microsoft.com/office/officeart/2005/8/layout/cycle8"/>
    <dgm:cxn modelId="{D977027A-590F-4C23-B7E9-AD61D6BBD83B}" type="presParOf" srcId="{51BCD8F0-1FC5-4211-9D88-6D6520BCD1DD}" destId="{6D9BCE21-C530-4D72-AFB5-4AAADBF7B594}" srcOrd="4" destOrd="0" presId="urn:microsoft.com/office/officeart/2005/8/layout/cycle8"/>
    <dgm:cxn modelId="{25A1470E-3F8E-40AC-A121-14307E688F75}" type="presParOf" srcId="{51BCD8F0-1FC5-4211-9D88-6D6520BCD1DD}" destId="{7B624B6C-D8B7-4675-8602-B8DCFF6B2980}" srcOrd="5" destOrd="0" presId="urn:microsoft.com/office/officeart/2005/8/layout/cycle8"/>
    <dgm:cxn modelId="{6577534B-CBA3-4FC2-B59B-D7EDF616815B}" type="presParOf" srcId="{51BCD8F0-1FC5-4211-9D88-6D6520BCD1DD}" destId="{00230D1C-C8C2-4732-8A5A-F53702FFD17C}" srcOrd="6" destOrd="0" presId="urn:microsoft.com/office/officeart/2005/8/layout/cycle8"/>
    <dgm:cxn modelId="{D87882DB-F1C2-46FD-97DB-F3BC427CF1B0}" type="presParOf" srcId="{51BCD8F0-1FC5-4211-9D88-6D6520BCD1DD}" destId="{1F7393BB-244A-4668-981A-1F2320133840}" srcOrd="7" destOrd="0" presId="urn:microsoft.com/office/officeart/2005/8/layout/cycle8"/>
    <dgm:cxn modelId="{2F0C0B95-8FB0-44AE-8DD8-E37D011E9271}" type="presParOf" srcId="{51BCD8F0-1FC5-4211-9D88-6D6520BCD1DD}" destId="{DC066601-ABE2-410A-B27A-3BD2C83EE0BB}" srcOrd="8" destOrd="0" presId="urn:microsoft.com/office/officeart/2005/8/layout/cycle8"/>
    <dgm:cxn modelId="{8BF051CE-5173-48F9-BABC-1DBA721159CF}" type="presParOf" srcId="{51BCD8F0-1FC5-4211-9D88-6D6520BCD1DD}" destId="{61F18429-B8C6-426C-B96F-AA14ED0B52B0}" srcOrd="9" destOrd="0" presId="urn:microsoft.com/office/officeart/2005/8/layout/cycle8"/>
    <dgm:cxn modelId="{E042E481-138C-483F-B2A4-27D92F93AF71}" type="presParOf" srcId="{51BCD8F0-1FC5-4211-9D88-6D6520BCD1DD}" destId="{17B0BDF2-E850-42A3-9313-F9CDCA16310A}" srcOrd="10" destOrd="0" presId="urn:microsoft.com/office/officeart/2005/8/layout/cycle8"/>
    <dgm:cxn modelId="{02268526-1EE6-4BB4-AF41-4115144016F7}" type="presParOf" srcId="{51BCD8F0-1FC5-4211-9D88-6D6520BCD1DD}" destId="{35323A4C-13F9-4061-BD91-552C0892031A}" srcOrd="11" destOrd="0" presId="urn:microsoft.com/office/officeart/2005/8/layout/cycle8"/>
    <dgm:cxn modelId="{0EF39DD2-ACAD-4F41-BA2D-341CD571DFFC}" type="presParOf" srcId="{51BCD8F0-1FC5-4211-9D88-6D6520BCD1DD}" destId="{EC99FFB4-3C6C-44D1-BAC6-71847A5F152A}" srcOrd="12" destOrd="0" presId="urn:microsoft.com/office/officeart/2005/8/layout/cycle8"/>
    <dgm:cxn modelId="{ECBD0C56-5799-4DC9-BEF6-CFE0F1561FC4}" type="presParOf" srcId="{51BCD8F0-1FC5-4211-9D88-6D6520BCD1DD}" destId="{69F39824-C041-43EE-9516-DFA6F54F23EC}" srcOrd="13" destOrd="0" presId="urn:microsoft.com/office/officeart/2005/8/layout/cycle8"/>
    <dgm:cxn modelId="{0EB4AB55-CA64-46CC-A36E-F3DA26E635C4}" type="presParOf" srcId="{51BCD8F0-1FC5-4211-9D88-6D6520BCD1DD}" destId="{D0228665-AED2-408A-A911-4133A3175382}" srcOrd="14" destOrd="0" presId="urn:microsoft.com/office/officeart/2005/8/layout/cycle8"/>
    <dgm:cxn modelId="{7094D90B-036D-47E1-9F02-31EF0F2E5DBE}" type="presParOf" srcId="{51BCD8F0-1FC5-4211-9D88-6D6520BCD1DD}" destId="{2F9DE3EC-C4F0-4228-B5C3-A711452F2DF1}" srcOrd="15" destOrd="0" presId="urn:microsoft.com/office/officeart/2005/8/layout/cycle8"/>
    <dgm:cxn modelId="{C8755591-0F01-4E60-AF7A-5E8D4FFE6B8E}" type="presParOf" srcId="{51BCD8F0-1FC5-4211-9D88-6D6520BCD1DD}" destId="{97F186A9-4A41-477C-B590-D2385A9F1394}" srcOrd="16" destOrd="0" presId="urn:microsoft.com/office/officeart/2005/8/layout/cycle8"/>
    <dgm:cxn modelId="{C174D80A-AFEB-4D5E-924F-AC7BFBD6A2B4}" type="presParOf" srcId="{51BCD8F0-1FC5-4211-9D88-6D6520BCD1DD}" destId="{52E2501F-3E12-4140-8608-6A6BF8183FE2}" srcOrd="17" destOrd="0" presId="urn:microsoft.com/office/officeart/2005/8/layout/cycle8"/>
    <dgm:cxn modelId="{FB07BA5C-CE94-4EFD-91F8-CCB848AE01B5}" type="presParOf" srcId="{51BCD8F0-1FC5-4211-9D88-6D6520BCD1DD}" destId="{E9C3A2C7-100B-4DB9-9A28-8CACB17614EE}" srcOrd="18" destOrd="0" presId="urn:microsoft.com/office/officeart/2005/8/layout/cycle8"/>
    <dgm:cxn modelId="{CA0C8A45-2EA2-4394-B8B1-DB8C8CF91DFA}" type="presParOf" srcId="{51BCD8F0-1FC5-4211-9D88-6D6520BCD1DD}" destId="{B18F28AA-481B-4931-A987-C5A424E2EB82}" srcOrd="19" destOrd="0" presId="urn:microsoft.com/office/officeart/2005/8/layout/cycle8"/>
    <dgm:cxn modelId="{FFC53B66-0C32-4A15-9592-A829E4792A64}" type="presParOf" srcId="{51BCD8F0-1FC5-4211-9D88-6D6520BCD1DD}" destId="{4176A5FC-CA57-4B6B-A251-8E055D6F3DEC}" srcOrd="20" destOrd="0" presId="urn:microsoft.com/office/officeart/2005/8/layout/cycle8"/>
    <dgm:cxn modelId="{D4D06007-D13C-468C-88E6-9BA978B9947C}" type="presParOf" srcId="{51BCD8F0-1FC5-4211-9D88-6D6520BCD1DD}" destId="{EA667424-BF84-46DB-B2CA-54584E932F0C}" srcOrd="21" destOrd="0" presId="urn:microsoft.com/office/officeart/2005/8/layout/cycle8"/>
    <dgm:cxn modelId="{2889544E-930E-4E4D-8AA0-635AF1B0596A}" type="presParOf" srcId="{51BCD8F0-1FC5-4211-9D88-6D6520BCD1DD}" destId="{94E3B1DF-0CB4-4E75-AB20-6060F0EAC550}" srcOrd="22" destOrd="0" presId="urn:microsoft.com/office/officeart/2005/8/layout/cycle8"/>
    <dgm:cxn modelId="{2FF302C9-1BB4-421C-8677-FFBE1BDD8261}" type="presParOf" srcId="{51BCD8F0-1FC5-4211-9D88-6D6520BCD1DD}" destId="{C335122B-991F-4BF8-9373-BCB3D6BDB18F}" srcOrd="23" destOrd="0" presId="urn:microsoft.com/office/officeart/2005/8/layout/cycle8"/>
    <dgm:cxn modelId="{A42354DE-E5DA-4512-AEA5-9A7C30DA6394}" type="presParOf" srcId="{51BCD8F0-1FC5-4211-9D88-6D6520BCD1DD}" destId="{274A36EF-05D0-403E-B2AF-C35783891ED5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5F414-D3FD-4F9E-A4E1-BCE4A94A746C}">
      <dsp:nvSpPr>
        <dsp:cNvPr id="0" name=""/>
        <dsp:cNvSpPr/>
      </dsp:nvSpPr>
      <dsp:spPr>
        <a:xfrm>
          <a:off x="1107126" y="337597"/>
          <a:ext cx="4581292" cy="4581292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Utilización  de F12</a:t>
          </a:r>
          <a:endParaRPr lang="en-US" sz="1400" kern="1200"/>
        </a:p>
      </dsp:txBody>
      <dsp:txXfrm>
        <a:off x="3497034" y="1107691"/>
        <a:ext cx="1472558" cy="981705"/>
      </dsp:txXfrm>
    </dsp:sp>
    <dsp:sp modelId="{6D9BCE21-C530-4D72-AFB5-4AAADBF7B594}">
      <dsp:nvSpPr>
        <dsp:cNvPr id="0" name=""/>
        <dsp:cNvSpPr/>
      </dsp:nvSpPr>
      <dsp:spPr>
        <a:xfrm>
          <a:off x="1146394" y="459765"/>
          <a:ext cx="4581292" cy="4581292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Ver vulnerabilidades de diseño de pagina </a:t>
          </a:r>
          <a:endParaRPr lang="en-US" sz="1400" kern="1200"/>
        </a:p>
      </dsp:txBody>
      <dsp:txXfrm>
        <a:off x="4096965" y="2552979"/>
        <a:ext cx="1363480" cy="1090784"/>
      </dsp:txXfrm>
    </dsp:sp>
    <dsp:sp modelId="{DC066601-ABE2-410A-B27A-3BD2C83EE0BB}">
      <dsp:nvSpPr>
        <dsp:cNvPr id="0" name=""/>
        <dsp:cNvSpPr/>
      </dsp:nvSpPr>
      <dsp:spPr>
        <a:xfrm>
          <a:off x="1042770" y="535029"/>
          <a:ext cx="4581292" cy="4581292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Entrar a la página fuente</a:t>
          </a:r>
          <a:endParaRPr lang="en-US" sz="1400" kern="1200"/>
        </a:p>
      </dsp:txBody>
      <dsp:txXfrm>
        <a:off x="2678946" y="3752842"/>
        <a:ext cx="1308940" cy="1199862"/>
      </dsp:txXfrm>
    </dsp:sp>
    <dsp:sp modelId="{EC99FFB4-3C6C-44D1-BAC6-71847A5F152A}">
      <dsp:nvSpPr>
        <dsp:cNvPr id="0" name=""/>
        <dsp:cNvSpPr/>
      </dsp:nvSpPr>
      <dsp:spPr>
        <a:xfrm>
          <a:off x="939145" y="459765"/>
          <a:ext cx="4581292" cy="4581292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Buscar en la consola </a:t>
          </a:r>
          <a:endParaRPr lang="en-US" sz="1400" kern="1200"/>
        </a:p>
      </dsp:txBody>
      <dsp:txXfrm>
        <a:off x="1206387" y="2552979"/>
        <a:ext cx="1363480" cy="1090784"/>
      </dsp:txXfrm>
    </dsp:sp>
    <dsp:sp modelId="{97F186A9-4A41-477C-B590-D2385A9F1394}">
      <dsp:nvSpPr>
        <dsp:cNvPr id="0" name=""/>
        <dsp:cNvSpPr/>
      </dsp:nvSpPr>
      <dsp:spPr>
        <a:xfrm>
          <a:off x="978413" y="337597"/>
          <a:ext cx="4581292" cy="4581292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Codigo para cambiar a administrador</a:t>
          </a:r>
          <a:endParaRPr lang="en-US" sz="1400" kern="1200"/>
        </a:p>
      </dsp:txBody>
      <dsp:txXfrm>
        <a:off x="1697240" y="1107691"/>
        <a:ext cx="1472558" cy="981705"/>
      </dsp:txXfrm>
    </dsp:sp>
    <dsp:sp modelId="{4176A5FC-CA57-4B6B-A251-8E055D6F3DEC}">
      <dsp:nvSpPr>
        <dsp:cNvPr id="0" name=""/>
        <dsp:cNvSpPr/>
      </dsp:nvSpPr>
      <dsp:spPr>
        <a:xfrm>
          <a:off x="823306" y="53993"/>
          <a:ext cx="5148500" cy="5148500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667424-BF84-46DB-B2CA-54584E932F0C}">
      <dsp:nvSpPr>
        <dsp:cNvPr id="0" name=""/>
        <dsp:cNvSpPr/>
      </dsp:nvSpPr>
      <dsp:spPr>
        <a:xfrm>
          <a:off x="863107" y="176121"/>
          <a:ext cx="5148500" cy="5148500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E3B1DF-0CB4-4E75-AB20-6060F0EAC550}">
      <dsp:nvSpPr>
        <dsp:cNvPr id="0" name=""/>
        <dsp:cNvSpPr/>
      </dsp:nvSpPr>
      <dsp:spPr>
        <a:xfrm>
          <a:off x="759166" y="251615"/>
          <a:ext cx="5148500" cy="5148500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35122B-991F-4BF8-9373-BCB3D6BDB18F}">
      <dsp:nvSpPr>
        <dsp:cNvPr id="0" name=""/>
        <dsp:cNvSpPr/>
      </dsp:nvSpPr>
      <dsp:spPr>
        <a:xfrm>
          <a:off x="655225" y="176121"/>
          <a:ext cx="5148500" cy="5148500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4A36EF-05D0-403E-B2AF-C35783891ED5}">
      <dsp:nvSpPr>
        <dsp:cNvPr id="0" name=""/>
        <dsp:cNvSpPr/>
      </dsp:nvSpPr>
      <dsp:spPr>
        <a:xfrm>
          <a:off x="695025" y="53993"/>
          <a:ext cx="5148500" cy="5148500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;p13">
            <a:extLst>
              <a:ext uri="{FF2B5EF4-FFF2-40B4-BE49-F238E27FC236}">
                <a16:creationId xmlns:a16="http://schemas.microsoft.com/office/drawing/2014/main" id="{321B6BA5-16D2-7AAA-9E18-60D843FE4D5C}"/>
              </a:ext>
            </a:extLst>
          </p:cNvPr>
          <p:cNvSpPr txBox="1">
            <a:spLocks noGrp="1"/>
          </p:cNvSpPr>
          <p:nvPr/>
        </p:nvSpPr>
        <p:spPr>
          <a:xfrm>
            <a:off x="796700" y="2253425"/>
            <a:ext cx="108099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r>
              <a:rPr lang="es-DO" sz="3600" b="1">
                <a:latin typeface="Verdana"/>
                <a:ea typeface="Verdana"/>
                <a:cs typeface="Verdana"/>
                <a:sym typeface="Verdana"/>
              </a:rPr>
              <a:t>Técnico en Ciberseguridad</a:t>
            </a:r>
            <a:endParaRPr sz="3600"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" name="Google Shape;85;p13">
            <a:extLst>
              <a:ext uri="{FF2B5EF4-FFF2-40B4-BE49-F238E27FC236}">
                <a16:creationId xmlns:a16="http://schemas.microsoft.com/office/drawing/2014/main" id="{5A686645-1057-F870-9150-08651ED0EE5A}"/>
              </a:ext>
            </a:extLst>
          </p:cNvPr>
          <p:cNvSpPr txBox="1">
            <a:spLocks noGrp="1"/>
          </p:cNvSpPr>
          <p:nvPr/>
        </p:nvSpPr>
        <p:spPr>
          <a:xfrm>
            <a:off x="439100" y="3500528"/>
            <a:ext cx="11525100" cy="28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s-DO" b="1">
                <a:latin typeface="Verdana"/>
                <a:ea typeface="Verdana"/>
                <a:cs typeface="Verdana"/>
                <a:sym typeface="Verdana"/>
              </a:rPr>
              <a:t>Técnico: TECNICO EN CIBERSEGURIDAD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  <a:sym typeface="Verdana"/>
              </a:rPr>
              <a:t>Participante: ISAIAS RECIO BURGOS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>
                <a:latin typeface="Verdana"/>
                <a:ea typeface="Verdana"/>
                <a:cs typeface="Verdana"/>
                <a:sym typeface="Verdana"/>
              </a:rPr>
              <a:t>Facilitador: Kevin Feliz Henríquez</a:t>
            </a:r>
            <a:r>
              <a:rPr lang="es-DO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  <a:sym typeface="Verdana"/>
              </a:rPr>
              <a:t>Nombre del Módulo: FUNDAMENTOS DE CIBERSEGURIDAD</a:t>
            </a:r>
            <a:endParaRPr lang="es-DO">
              <a:latin typeface="Verdana"/>
              <a:ea typeface="Verdana"/>
              <a:cs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  <a:sym typeface="Verdana"/>
              </a:rPr>
              <a:t>Nombre Actividad: RETO 5 BUSINESS LOGIC ERROR</a:t>
            </a:r>
            <a:endParaRPr lang="es-DO">
              <a:solidFill>
                <a:srgbClr val="C9D1D9"/>
              </a:solidFill>
              <a:highlight>
                <a:srgbClr val="161B22"/>
              </a:highlight>
              <a:latin typeface="Segoe UI"/>
              <a:ea typeface="Verdana"/>
              <a:cs typeface="Segoe UI"/>
            </a:endParaRPr>
          </a:p>
          <a:p>
            <a:pPr marL="0" indent="0" algn="l"/>
            <a:r>
              <a:rPr lang="en-US" b="1">
                <a:latin typeface="Verdana"/>
                <a:ea typeface="Verdana"/>
                <a:cs typeface="Verdana"/>
              </a:rPr>
              <a:t>Centro: CIBERCLASS</a:t>
            </a:r>
            <a:endParaRPr b="1">
              <a:latin typeface="Verdana"/>
              <a:ea typeface="Verdana"/>
              <a:cs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</a:rPr>
              <a:t>Descripción: </a:t>
            </a:r>
            <a:r>
              <a:rPr lang="es-DO" b="1">
                <a:latin typeface="Verdana"/>
                <a:ea typeface="Verdana"/>
                <a:cs typeface="Verdana"/>
                <a:sym typeface="Verdana"/>
              </a:rPr>
              <a:t>VULNERABILIDAD DE PAGINA DE NEGOCIO.</a:t>
            </a:r>
            <a:endParaRPr lang="es-DO">
              <a:latin typeface="Verdana"/>
              <a:ea typeface="Verdana"/>
              <a:cs typeface="Verdana"/>
              <a:sym typeface="Verdana"/>
            </a:endParaRPr>
          </a:p>
          <a:p>
            <a:pPr marL="0" indent="0" algn="l"/>
            <a:r>
              <a:rPr lang="es-DO" b="1">
                <a:latin typeface="Verdana"/>
                <a:ea typeface="Verdana"/>
                <a:cs typeface="Verdana"/>
                <a:sym typeface="Verdana"/>
              </a:rPr>
              <a:t>Link de GitHub: </a:t>
            </a:r>
            <a:endParaRPr lang="es-DO"/>
          </a:p>
          <a:p>
            <a:pPr marL="0" indent="0" algn="l"/>
            <a:endParaRPr lang="es-DO" b="1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>
              <a:latin typeface="Verdana"/>
              <a:ea typeface="Verdana"/>
              <a:cs typeface="Verdana"/>
            </a:endParaRPr>
          </a:p>
          <a:p>
            <a:pPr marL="0" indent="0" algn="l"/>
            <a:endParaRPr lang="es-DO" b="1">
              <a:latin typeface="Verdana"/>
              <a:ea typeface="Verdana"/>
              <a:cs typeface="Verdana"/>
            </a:endParaRPr>
          </a:p>
        </p:txBody>
      </p:sp>
      <p:pic>
        <p:nvPicPr>
          <p:cNvPr id="6" name="Google Shape;86;p13">
            <a:extLst>
              <a:ext uri="{FF2B5EF4-FFF2-40B4-BE49-F238E27FC236}">
                <a16:creationId xmlns:a16="http://schemas.microsoft.com/office/drawing/2014/main" id="{A4CF9ECD-6423-E2C7-BE7A-187189C1CEE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1400" y="661300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7;p13">
            <a:extLst>
              <a:ext uri="{FF2B5EF4-FFF2-40B4-BE49-F238E27FC236}">
                <a16:creationId xmlns:a16="http://schemas.microsoft.com/office/drawing/2014/main" id="{ECB6CDCF-FB8E-0F2C-E728-CB1F45A8F2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975" y="1555475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5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490248-6BA9-2C85-5FA4-3F51CC0B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742950" indent="-742950"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uno: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CA22FA-E198-2640-E12E-2F320943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Accedemos a la web donde nos muestra la vulneravilidad </a:t>
            </a: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ABC13C6-7641-1927-CCF4-912D432E4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672875"/>
            <a:ext cx="5708649" cy="34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2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E5773-9F24-71D3-E668-F0BB89F8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 Paso dos: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A1F1F-2BC5-AE74-9C9D-0A4DC3134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kern="1200">
                <a:latin typeface="+mn-lt"/>
                <a:ea typeface="+mn-ea"/>
                <a:cs typeface="+mn-cs"/>
              </a:rPr>
              <a:t>Precionamos la tecla de F12 </a:t>
            </a:r>
            <a:r>
              <a:rPr lang="en-US" sz="2000"/>
              <a:t>donde nos aparece la pestaña fuente del sistema.</a:t>
            </a:r>
            <a:endParaRPr lang="en-US" sz="2000" kern="1200">
              <a:latin typeface="+mn-lt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B5EEBE1-22C2-2399-200F-0A65947B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564771"/>
            <a:ext cx="6389346" cy="373776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539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789B42-31C2-3C9A-B5C1-489E4592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tres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3E6990-9EDC-9811-F38F-4C0FE1488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b="1" kern="1200">
                <a:latin typeface="+mn-lt"/>
                <a:ea typeface="+mn-ea"/>
                <a:cs typeface="+mn-cs"/>
              </a:rPr>
              <a:t>Le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damos</a:t>
            </a:r>
            <a:r>
              <a:rPr lang="en-US" sz="2000" b="1" kern="1200">
                <a:latin typeface="+mn-lt"/>
                <a:ea typeface="+mn-ea"/>
                <a:cs typeface="+mn-cs"/>
              </a:rPr>
              <a:t> a la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pestaña</a:t>
            </a:r>
            <a:r>
              <a:rPr lang="en-US" sz="2000" b="1" kern="1200">
                <a:latin typeface="+mn-lt"/>
                <a:ea typeface="+mn-ea"/>
                <a:cs typeface="+mn-cs"/>
              </a:rPr>
              <a:t> de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console</a:t>
            </a:r>
            <a:r>
              <a:rPr lang="en-US" sz="2000" b="1" kern="1200"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donde</a:t>
            </a:r>
            <a:r>
              <a:rPr lang="en-US" sz="2000" b="1" kern="1200"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colocaremos</a:t>
            </a:r>
            <a:r>
              <a:rPr lang="en-US" sz="2000" b="1" kern="1200">
                <a:latin typeface="+mn-lt"/>
                <a:ea typeface="+mn-ea"/>
                <a:cs typeface="+mn-cs"/>
              </a:rPr>
              <a:t> lo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siguiente</a:t>
            </a:r>
            <a:r>
              <a:rPr lang="en-US" sz="2000" b="1" kern="1200">
                <a:latin typeface="+mn-lt"/>
                <a:ea typeface="+mn-ea"/>
                <a:cs typeface="+mn-cs"/>
              </a:rPr>
              <a:t>: {</a:t>
            </a:r>
            <a:r>
              <a:rPr lang="en-US" sz="2000" kern="1200" err="1">
                <a:latin typeface="+mn-lt"/>
                <a:ea typeface="+mn-ea"/>
                <a:cs typeface="+mn-cs"/>
              </a:rPr>
              <a:t>comprar</a:t>
            </a:r>
            <a:r>
              <a:rPr lang="en-US" sz="2000" kern="1200">
                <a:latin typeface="+mn-lt"/>
                <a:ea typeface="+mn-ea"/>
                <a:cs typeface="+mn-cs"/>
              </a:rPr>
              <a:t>(-100)</a:t>
            </a:r>
            <a:r>
              <a:rPr lang="en-US" sz="2000" b="1" kern="1200">
                <a:latin typeface="+mn-lt"/>
                <a:ea typeface="+mn-ea"/>
                <a:cs typeface="+mn-cs"/>
              </a:rPr>
              <a:t>}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esto</a:t>
            </a:r>
            <a:r>
              <a:rPr lang="en-US" sz="2000" b="1" kern="1200"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nos</a:t>
            </a:r>
            <a:r>
              <a:rPr lang="en-US" sz="2000" b="1" kern="1200">
                <a:latin typeface="+mn-lt"/>
                <a:ea typeface="+mn-ea"/>
                <a:cs typeface="+mn-cs"/>
              </a:rPr>
              <a:t> da </a:t>
            </a:r>
            <a:r>
              <a:rPr lang="en-US" sz="2000" b="1"/>
              <a:t>error, </a:t>
            </a:r>
            <a:r>
              <a:rPr lang="en-US" sz="2000" b="1" err="1"/>
              <a:t>pero</a:t>
            </a:r>
            <a:r>
              <a:rPr lang="en-US" sz="2000" b="1"/>
              <a:t> le </a:t>
            </a:r>
            <a:r>
              <a:rPr lang="en-US" sz="2000" b="1" err="1"/>
              <a:t>agregamos</a:t>
            </a:r>
            <a:r>
              <a:rPr lang="en-US" sz="2000" b="1"/>
              <a:t> luego {allow pasting}</a:t>
            </a:r>
            <a:endParaRPr lang="en-US" sz="2000" b="1" kern="1200">
              <a:latin typeface="+mn-l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CD66A9-C6CC-5279-3F2F-4B412C47C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2036383"/>
            <a:ext cx="5536001" cy="27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04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90E73-B3A5-244B-4727-6F680955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PASO CUATRO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B578FB-C33D-E290-3CB4-4047D2553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Ya colocado {allow pasting} le colocamos el codigo {</a:t>
            </a:r>
            <a:r>
              <a:rPr lang="en-US" sz="2200" b="1">
                <a:ea typeface="+mn-lt"/>
                <a:cs typeface="+mn-lt"/>
              </a:rPr>
              <a:t>localStorage.setItem('user_role', 'admin')</a:t>
            </a:r>
            <a:r>
              <a:rPr lang="en-US" sz="2200" b="1"/>
              <a:t>} y luego {</a:t>
            </a:r>
            <a:r>
              <a:rPr lang="en-US" sz="2200" b="1">
                <a:ea typeface="+mn-lt"/>
                <a:cs typeface="+mn-lt"/>
              </a:rPr>
              <a:t>comprar(-100)</a:t>
            </a:r>
            <a:r>
              <a:rPr lang="en-US" sz="2200" b="1"/>
              <a:t>}</a:t>
            </a:r>
            <a:endParaRPr lang="en-US" sz="2200" b="1" kern="1200">
              <a:latin typeface="+mn-lt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0A59C6-FE93-8F61-A74F-693B96CD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54592"/>
            <a:ext cx="5458968" cy="414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2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1028EA-48F0-8F23-1294-F5A5DB9A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cinco: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F712C5-19DF-61D4-6F71-D71C54DD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 colocado </a:t>
            </a: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{comprar(-100)} vemos un cambio en el balace </a:t>
            </a:r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9C398F10-D2F3-217B-2BFA-3DB830619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587245"/>
            <a:ext cx="5708649" cy="36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2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87A56-5852-229B-5C15-0B503E79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Paso 6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136FE-1795-C3E5-0185-79C3BAF8C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Ya obtenido ese resultado colocamos {</a:t>
            </a:r>
            <a:r>
              <a:rPr lang="en-US" sz="2000">
                <a:ea typeface="+mn-lt"/>
                <a:cs typeface="+mn-lt"/>
              </a:rPr>
              <a:t>comprar(1)</a:t>
            </a:r>
            <a:r>
              <a:rPr lang="en-US" sz="2000"/>
              <a:t>} donde obtenemos el resultado que buscamos</a:t>
            </a:r>
          </a:p>
        </p:txBody>
      </p:sp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0C18534D-B7CC-0FF0-4C46-BD64C938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16035"/>
            <a:ext cx="5150277" cy="345068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6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27AF2-3867-B78F-B506-CDABE642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Aprendizaje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08F1B98-1F36-466D-ADB4-5A4A14711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49315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1433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Tema de Office</vt:lpstr>
      <vt:lpstr>PowerPoint Presentation</vt:lpstr>
      <vt:lpstr>Paso uno:</vt:lpstr>
      <vt:lpstr> Paso dos:</vt:lpstr>
      <vt:lpstr>Paso tres</vt:lpstr>
      <vt:lpstr>PASO CUATRO</vt:lpstr>
      <vt:lpstr>Paso cinco:</vt:lpstr>
      <vt:lpstr>Paso 6 </vt:lpstr>
      <vt:lpstr>Aprendizaje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2012-07-30T22:48:03Z</dcterms:created>
  <dcterms:modified xsi:type="dcterms:W3CDTF">2026-04-09T01:38:57Z</dcterms:modified>
</cp:coreProperties>
</file>